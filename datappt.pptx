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301" r:id="rId12"/>
    <p:sldId id="294" r:id="rId13"/>
    <p:sldId id="295" r:id="rId14"/>
    <p:sldId id="296" r:id="rId15"/>
    <p:sldId id="299" r:id="rId16"/>
    <p:sldId id="297" r:id="rId17"/>
    <p:sldId id="268" r:id="rId18"/>
    <p:sldId id="269" r:id="rId1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964089-54FF-4F4C-9401-2C8B82E503C2}" v="29" dt="2026-09-20T13:24:44.4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2" d="100"/>
          <a:sy n="62" d="100"/>
        </p:scale>
        <p:origin x="72" y="2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mulu dhanakonda" userId="11773838098c0a29" providerId="LiveId" clId="{A28D64D6-4581-4954-A521-811BDB0E08BB}"/>
    <pc:docChg chg="modSld">
      <pc:chgData name="ammulu dhanakonda" userId="11773838098c0a29" providerId="LiveId" clId="{A28D64D6-4581-4954-A521-811BDB0E08BB}" dt="2026-09-17T16:10:42.369" v="16"/>
      <pc:docMkLst>
        <pc:docMk/>
      </pc:docMkLst>
      <pc:sldChg chg="addSp delSp modSp mod">
        <pc:chgData name="ammulu dhanakonda" userId="11773838098c0a29" providerId="LiveId" clId="{A28D64D6-4581-4954-A521-811BDB0E08BB}" dt="2026-09-17T16:10:42.369" v="16"/>
        <pc:sldMkLst>
          <pc:docMk/>
          <pc:sldMk cId="1510185755" sldId="287"/>
        </pc:sldMkLst>
        <pc:picChg chg="add mod">
          <ac:chgData name="ammulu dhanakonda" userId="11773838098c0a29" providerId="LiveId" clId="{A28D64D6-4581-4954-A521-811BDB0E08BB}" dt="2026-09-17T16:10:41.443" v="14" actId="1076"/>
          <ac:picMkLst>
            <pc:docMk/>
            <pc:sldMk cId="1510185755" sldId="287"/>
            <ac:picMk id="10" creationId="{73BE9FCA-023C-55FD-ED64-1C5505C5B829}"/>
          </ac:picMkLst>
        </pc:picChg>
      </pc:sldChg>
      <pc:sldChg chg="addSp modSp mod">
        <pc:chgData name="ammulu dhanakonda" userId="11773838098c0a29" providerId="LiveId" clId="{A28D64D6-4581-4954-A521-811BDB0E08BB}" dt="2026-09-17T16:06:02.165" v="7" actId="14100"/>
        <pc:sldMkLst>
          <pc:docMk/>
          <pc:sldMk cId="3283178258" sldId="288"/>
        </pc:sldMkLst>
        <pc:spChg chg="mod">
          <ac:chgData name="ammulu dhanakonda" userId="11773838098c0a29" providerId="LiveId" clId="{A28D64D6-4581-4954-A521-811BDB0E08BB}" dt="2026-09-17T16:05:39.642" v="0" actId="20577"/>
          <ac:spMkLst>
            <pc:docMk/>
            <pc:sldMk cId="3283178258" sldId="288"/>
            <ac:spMk id="9" creationId="{0F895DB9-015F-1A5A-C9C5-048003F057DB}"/>
          </ac:spMkLst>
        </pc:spChg>
        <pc:picChg chg="add mod">
          <ac:chgData name="ammulu dhanakonda" userId="11773838098c0a29" providerId="LiveId" clId="{A28D64D6-4581-4954-A521-811BDB0E08BB}" dt="2026-09-17T16:06:02.165" v="7" actId="14100"/>
          <ac:picMkLst>
            <pc:docMk/>
            <pc:sldMk cId="3283178258" sldId="288"/>
            <ac:picMk id="10" creationId="{84CD90B2-E102-43FA-AA26-564DFBBDCF04}"/>
          </ac:picMkLst>
        </pc:picChg>
      </pc:sldChg>
    </pc:docChg>
  </pc:docChgLst>
  <pc:docChgLst>
    <pc:chgData name="bammidimeghana648@outlook.com" userId="fa14c13e1c2e15d9" providerId="LiveId" clId="{C6915967-CAC1-41C3-853D-EDCA6670517F}"/>
    <pc:docChg chg="undo custSel addSld delSld modSld">
      <pc:chgData name="bammidimeghana648@outlook.com" userId="fa14c13e1c2e15d9" providerId="LiveId" clId="{C6915967-CAC1-41C3-853D-EDCA6670517F}" dt="2026-09-20T13:41:11.854" v="1569" actId="20577"/>
      <pc:docMkLst>
        <pc:docMk/>
      </pc:docMkLst>
      <pc:sldChg chg="addSp modSp mod">
        <pc:chgData name="bammidimeghana648@outlook.com" userId="fa14c13e1c2e15d9" providerId="LiveId" clId="{C6915967-CAC1-41C3-853D-EDCA6670517F}" dt="2026-09-20T13:26:18.449" v="1468" actId="2710"/>
        <pc:sldMkLst>
          <pc:docMk/>
          <pc:sldMk cId="2694192783" sldId="268"/>
        </pc:sldMkLst>
        <pc:spChg chg="add mod">
          <ac:chgData name="bammidimeghana648@outlook.com" userId="fa14c13e1c2e15d9" providerId="LiveId" clId="{C6915967-CAC1-41C3-853D-EDCA6670517F}" dt="2026-09-20T13:25:54.681" v="1463" actId="1076"/>
          <ac:spMkLst>
            <pc:docMk/>
            <pc:sldMk cId="2694192783" sldId="268"/>
            <ac:spMk id="3" creationId="{1B6E3AE4-268B-DE2D-FF38-AA0788BA8EC1}"/>
          </ac:spMkLst>
        </pc:spChg>
        <pc:spChg chg="mod">
          <ac:chgData name="bammidimeghana648@outlook.com" userId="fa14c13e1c2e15d9" providerId="LiveId" clId="{C6915967-CAC1-41C3-853D-EDCA6670517F}" dt="2026-09-20T13:26:18.449" v="1468" actId="2710"/>
          <ac:spMkLst>
            <pc:docMk/>
            <pc:sldMk cId="2694192783" sldId="268"/>
            <ac:spMk id="6" creationId="{DABB4592-5775-79D7-4F02-0BE4F7025B51}"/>
          </ac:spMkLst>
        </pc:spChg>
        <pc:grpChg chg="mod">
          <ac:chgData name="bammidimeghana648@outlook.com" userId="fa14c13e1c2e15d9" providerId="LiveId" clId="{C6915967-CAC1-41C3-853D-EDCA6670517F}" dt="2026-09-20T13:25:49.069" v="1462" actId="1076"/>
          <ac:grpSpMkLst>
            <pc:docMk/>
            <pc:sldMk cId="2694192783" sldId="268"/>
            <ac:grpSpMk id="7" creationId="{20B8B724-A73F-F006-222B-6A4FF27EB83E}"/>
          </ac:grpSpMkLst>
        </pc:grpChg>
      </pc:sldChg>
      <pc:sldChg chg="addSp delSp modSp mod">
        <pc:chgData name="bammidimeghana648@outlook.com" userId="fa14c13e1c2e15d9" providerId="LiveId" clId="{C6915967-CAC1-41C3-853D-EDCA6670517F}" dt="2026-09-20T12:42:40.192" v="582" actId="20577"/>
        <pc:sldMkLst>
          <pc:docMk/>
          <pc:sldMk cId="26077263" sldId="292"/>
        </pc:sldMkLst>
        <pc:spChg chg="del mod">
          <ac:chgData name="bammidimeghana648@outlook.com" userId="fa14c13e1c2e15d9" providerId="LiveId" clId="{C6915967-CAC1-41C3-853D-EDCA6670517F}" dt="2026-09-20T12:36:52.023" v="169"/>
          <ac:spMkLst>
            <pc:docMk/>
            <pc:sldMk cId="26077263" sldId="292"/>
            <ac:spMk id="9" creationId="{7A800D15-2389-5516-DA9E-AC441973A9C8}"/>
          </ac:spMkLst>
        </pc:spChg>
        <pc:spChg chg="add">
          <ac:chgData name="bammidimeghana648@outlook.com" userId="fa14c13e1c2e15d9" providerId="LiveId" clId="{C6915967-CAC1-41C3-853D-EDCA6670517F}" dt="2026-09-20T12:36:50.195" v="167" actId="22"/>
          <ac:spMkLst>
            <pc:docMk/>
            <pc:sldMk cId="26077263" sldId="292"/>
            <ac:spMk id="10" creationId="{CAD3B02D-4EB1-652D-4098-9398110B1B54}"/>
          </ac:spMkLst>
        </pc:spChg>
        <pc:spChg chg="add del mod">
          <ac:chgData name="bammidimeghana648@outlook.com" userId="fa14c13e1c2e15d9" providerId="LiveId" clId="{C6915967-CAC1-41C3-853D-EDCA6670517F}" dt="2026-09-20T12:38:10.083" v="184"/>
          <ac:spMkLst>
            <pc:docMk/>
            <pc:sldMk cId="26077263" sldId="292"/>
            <ac:spMk id="11" creationId="{5FA7F41C-7D83-CA04-2EEE-8BD331606C97}"/>
          </ac:spMkLst>
        </pc:spChg>
        <pc:spChg chg="mod">
          <ac:chgData name="bammidimeghana648@outlook.com" userId="fa14c13e1c2e15d9" providerId="LiveId" clId="{C6915967-CAC1-41C3-853D-EDCA6670517F}" dt="2026-09-20T12:42:40.192" v="582" actId="20577"/>
          <ac:spMkLst>
            <pc:docMk/>
            <pc:sldMk cId="26077263" sldId="292"/>
            <ac:spMk id="19" creationId="{00000000-0000-0000-0000-000000000000}"/>
          </ac:spMkLst>
        </pc:spChg>
        <pc:graphicFrameChg chg="mod">
          <ac:chgData name="bammidimeghana648@outlook.com" userId="fa14c13e1c2e15d9" providerId="LiveId" clId="{C6915967-CAC1-41C3-853D-EDCA6670517F}" dt="2026-09-20T12:37:03.422" v="170" actId="1076"/>
          <ac:graphicFrameMkLst>
            <pc:docMk/>
            <pc:sldMk cId="26077263" sldId="292"/>
            <ac:graphicFrameMk id="18" creationId="{00000000-0000-0000-0000-000000000000}"/>
          </ac:graphicFrameMkLst>
        </pc:graphicFrameChg>
      </pc:sldChg>
      <pc:sldChg chg="addSp delSp modSp mod">
        <pc:chgData name="bammidimeghana648@outlook.com" userId="fa14c13e1c2e15d9" providerId="LiveId" clId="{C6915967-CAC1-41C3-853D-EDCA6670517F}" dt="2026-09-20T12:51:33.376" v="701" actId="20577"/>
        <pc:sldMkLst>
          <pc:docMk/>
          <pc:sldMk cId="26077263" sldId="293"/>
        </pc:sldMkLst>
        <pc:spChg chg="del">
          <ac:chgData name="bammidimeghana648@outlook.com" userId="fa14c13e1c2e15d9" providerId="LiveId" clId="{C6915967-CAC1-41C3-853D-EDCA6670517F}" dt="2026-09-20T12:49:22.047" v="645" actId="21"/>
          <ac:spMkLst>
            <pc:docMk/>
            <pc:sldMk cId="26077263" sldId="293"/>
            <ac:spMk id="9" creationId="{7A800D15-2389-5516-DA9E-AC441973A9C8}"/>
          </ac:spMkLst>
        </pc:spChg>
        <pc:spChg chg="add mod">
          <ac:chgData name="bammidimeghana648@outlook.com" userId="fa14c13e1c2e15d9" providerId="LiveId" clId="{C6915967-CAC1-41C3-853D-EDCA6670517F}" dt="2026-09-20T12:49:50.821" v="650" actId="403"/>
          <ac:spMkLst>
            <pc:docMk/>
            <pc:sldMk cId="26077263" sldId="293"/>
            <ac:spMk id="10" creationId="{E5E51DEB-A2FE-C0F4-0CA0-84BC04FD578A}"/>
          </ac:spMkLst>
        </pc:spChg>
        <pc:spChg chg="add del">
          <ac:chgData name="bammidimeghana648@outlook.com" userId="fa14c13e1c2e15d9" providerId="LiveId" clId="{C6915967-CAC1-41C3-853D-EDCA6670517F}" dt="2026-09-20T12:50:14.295" v="653" actId="478"/>
          <ac:spMkLst>
            <pc:docMk/>
            <pc:sldMk cId="26077263" sldId="293"/>
            <ac:spMk id="12" creationId="{3BE08918-4B45-87D1-9AC8-8E976C1719E5}"/>
          </ac:spMkLst>
        </pc:spChg>
        <pc:spChg chg="add del mod">
          <ac:chgData name="bammidimeghana648@outlook.com" userId="fa14c13e1c2e15d9" providerId="LiveId" clId="{C6915967-CAC1-41C3-853D-EDCA6670517F}" dt="2026-09-20T12:50:34.602" v="657" actId="478"/>
          <ac:spMkLst>
            <pc:docMk/>
            <pc:sldMk cId="26077263" sldId="293"/>
            <ac:spMk id="14" creationId="{21C6BD6A-F8AA-4BD9-0F5F-9B517C94E7FD}"/>
          </ac:spMkLst>
        </pc:spChg>
        <pc:spChg chg="del mod">
          <ac:chgData name="bammidimeghana648@outlook.com" userId="fa14c13e1c2e15d9" providerId="LiveId" clId="{C6915967-CAC1-41C3-853D-EDCA6670517F}" dt="2026-09-20T12:50:07.928" v="651" actId="478"/>
          <ac:spMkLst>
            <pc:docMk/>
            <pc:sldMk cId="26077263" sldId="293"/>
            <ac:spMk id="18" creationId="{00000000-0000-0000-0000-000000000000}"/>
          </ac:spMkLst>
        </pc:spChg>
        <pc:spChg chg="del mod">
          <ac:chgData name="bammidimeghana648@outlook.com" userId="fa14c13e1c2e15d9" providerId="LiveId" clId="{C6915967-CAC1-41C3-853D-EDCA6670517F}" dt="2026-09-20T12:51:01.534" v="679" actId="478"/>
          <ac:spMkLst>
            <pc:docMk/>
            <pc:sldMk cId="26077263" sldId="293"/>
            <ac:spMk id="20" creationId="{00000000-0000-0000-0000-000000000000}"/>
          </ac:spMkLst>
        </pc:spChg>
        <pc:spChg chg="del mod">
          <ac:chgData name="bammidimeghana648@outlook.com" userId="fa14c13e1c2e15d9" providerId="LiveId" clId="{C6915967-CAC1-41C3-853D-EDCA6670517F}" dt="2026-09-20T12:46:33.487" v="609"/>
          <ac:spMkLst>
            <pc:docMk/>
            <pc:sldMk cId="26077263" sldId="293"/>
            <ac:spMk id="22" creationId="{00000000-0000-0000-0000-000000000000}"/>
          </ac:spMkLst>
        </pc:spChg>
        <pc:spChg chg="del mod">
          <ac:chgData name="bammidimeghana648@outlook.com" userId="fa14c13e1c2e15d9" providerId="LiveId" clId="{C6915967-CAC1-41C3-853D-EDCA6670517F}" dt="2026-09-20T12:47:32.121" v="617" actId="21"/>
          <ac:spMkLst>
            <pc:docMk/>
            <pc:sldMk cId="26077263" sldId="293"/>
            <ac:spMk id="24" creationId="{00000000-0000-0000-0000-000000000000}"/>
          </ac:spMkLst>
        </pc:spChg>
        <pc:spChg chg="add mod">
          <ac:chgData name="bammidimeghana648@outlook.com" userId="fa14c13e1c2e15d9" providerId="LiveId" clId="{C6915967-CAC1-41C3-853D-EDCA6670517F}" dt="2026-09-20T12:50:57.626" v="678" actId="20577"/>
          <ac:spMkLst>
            <pc:docMk/>
            <pc:sldMk cId="26077263" sldId="293"/>
            <ac:spMk id="25" creationId="{21F858CF-AE96-7E19-AACC-6D315FDFCB9B}"/>
          </ac:spMkLst>
        </pc:spChg>
        <pc:spChg chg="add mod">
          <ac:chgData name="bammidimeghana648@outlook.com" userId="fa14c13e1c2e15d9" providerId="LiveId" clId="{C6915967-CAC1-41C3-853D-EDCA6670517F}" dt="2026-09-20T12:51:33.376" v="701" actId="20577"/>
          <ac:spMkLst>
            <pc:docMk/>
            <pc:sldMk cId="26077263" sldId="293"/>
            <ac:spMk id="27" creationId="{70525883-7A0E-8174-3D9B-F2298CAEE7FD}"/>
          </ac:spMkLst>
        </pc:spChg>
        <pc:graphicFrameChg chg="mod modGraphic">
          <ac:chgData name="bammidimeghana648@outlook.com" userId="fa14c13e1c2e15d9" providerId="LiveId" clId="{C6915967-CAC1-41C3-853D-EDCA6670517F}" dt="2026-09-20T12:48:12.855" v="636" actId="1076"/>
          <ac:graphicFrameMkLst>
            <pc:docMk/>
            <pc:sldMk cId="26077263" sldId="293"/>
            <ac:graphicFrameMk id="19" creationId="{00000000-0000-0000-0000-000000000000}"/>
          </ac:graphicFrameMkLst>
        </pc:graphicFrameChg>
        <pc:graphicFrameChg chg="mod modGraphic">
          <ac:chgData name="bammidimeghana648@outlook.com" userId="fa14c13e1c2e15d9" providerId="LiveId" clId="{C6915967-CAC1-41C3-853D-EDCA6670517F}" dt="2026-09-20T12:48:43.480" v="641" actId="1076"/>
          <ac:graphicFrameMkLst>
            <pc:docMk/>
            <pc:sldMk cId="26077263" sldId="293"/>
            <ac:graphicFrameMk id="21" creationId="{00000000-0000-0000-0000-000000000000}"/>
          </ac:graphicFrameMkLst>
        </pc:graphicFrameChg>
        <pc:graphicFrameChg chg="del mod">
          <ac:chgData name="bammidimeghana648@outlook.com" userId="fa14c13e1c2e15d9" providerId="LiveId" clId="{C6915967-CAC1-41C3-853D-EDCA6670517F}" dt="2026-09-20T12:44:41.956" v="588" actId="21"/>
          <ac:graphicFrameMkLst>
            <pc:docMk/>
            <pc:sldMk cId="26077263" sldId="293"/>
            <ac:graphicFrameMk id="23" creationId="{00000000-0000-0000-0000-000000000000}"/>
          </ac:graphicFrameMkLst>
        </pc:graphicFrameChg>
      </pc:sldChg>
      <pc:sldChg chg="addSp delSp modSp mod">
        <pc:chgData name="bammidimeghana648@outlook.com" userId="fa14c13e1c2e15d9" providerId="LiveId" clId="{C6915967-CAC1-41C3-853D-EDCA6670517F}" dt="2026-09-20T13:03:19.963" v="830" actId="1076"/>
        <pc:sldMkLst>
          <pc:docMk/>
          <pc:sldMk cId="26077263" sldId="294"/>
        </pc:sldMkLst>
        <pc:spChg chg="del mod">
          <ac:chgData name="bammidimeghana648@outlook.com" userId="fa14c13e1c2e15d9" providerId="LiveId" clId="{C6915967-CAC1-41C3-853D-EDCA6670517F}" dt="2026-09-20T13:00:16.323" v="794"/>
          <ac:spMkLst>
            <pc:docMk/>
            <pc:sldMk cId="26077263" sldId="294"/>
            <ac:spMk id="9" creationId="{7A800D15-2389-5516-DA9E-AC441973A9C8}"/>
          </ac:spMkLst>
        </pc:spChg>
        <pc:spChg chg="add del mod">
          <ac:chgData name="bammidimeghana648@outlook.com" userId="fa14c13e1c2e15d9" providerId="LiveId" clId="{C6915967-CAC1-41C3-853D-EDCA6670517F}" dt="2026-09-20T13:01:56.493" v="818" actId="478"/>
          <ac:spMkLst>
            <pc:docMk/>
            <pc:sldMk cId="26077263" sldId="294"/>
            <ac:spMk id="10" creationId="{A9CBAA88-E846-F4E5-734E-A9689D10AB48}"/>
          </ac:spMkLst>
        </pc:spChg>
        <pc:spChg chg="add mod">
          <ac:chgData name="bammidimeghana648@outlook.com" userId="fa14c13e1c2e15d9" providerId="LiveId" clId="{C6915967-CAC1-41C3-853D-EDCA6670517F}" dt="2026-09-20T13:02:12.696" v="820" actId="1076"/>
          <ac:spMkLst>
            <pc:docMk/>
            <pc:sldMk cId="26077263" sldId="294"/>
            <ac:spMk id="12" creationId="{229C3AD5-E58A-83AC-51E0-672A123484CF}"/>
          </ac:spMkLst>
        </pc:spChg>
        <pc:spChg chg="add mod">
          <ac:chgData name="bammidimeghana648@outlook.com" userId="fa14c13e1c2e15d9" providerId="LiveId" clId="{C6915967-CAC1-41C3-853D-EDCA6670517F}" dt="2026-09-20T13:02:29.665" v="822" actId="1076"/>
          <ac:spMkLst>
            <pc:docMk/>
            <pc:sldMk cId="26077263" sldId="294"/>
            <ac:spMk id="14" creationId="{077379FA-A654-09C4-EE4A-5718F09B5101}"/>
          </ac:spMkLst>
        </pc:spChg>
        <pc:spChg chg="del mod">
          <ac:chgData name="bammidimeghana648@outlook.com" userId="fa14c13e1c2e15d9" providerId="LiveId" clId="{C6915967-CAC1-41C3-853D-EDCA6670517F}" dt="2026-09-20T12:59:59.843" v="788"/>
          <ac:spMkLst>
            <pc:docMk/>
            <pc:sldMk cId="26077263" sldId="294"/>
            <ac:spMk id="18" creationId="{00000000-0000-0000-0000-000000000000}"/>
          </ac:spMkLst>
        </pc:spChg>
        <pc:spChg chg="mod">
          <ac:chgData name="bammidimeghana648@outlook.com" userId="fa14c13e1c2e15d9" providerId="LiveId" clId="{C6915967-CAC1-41C3-853D-EDCA6670517F}" dt="2026-09-20T13:01:43.767" v="815" actId="1076"/>
          <ac:spMkLst>
            <pc:docMk/>
            <pc:sldMk cId="26077263" sldId="294"/>
            <ac:spMk id="19" creationId="{00000000-0000-0000-0000-000000000000}"/>
          </ac:spMkLst>
        </pc:spChg>
        <pc:spChg chg="del mod">
          <ac:chgData name="bammidimeghana648@outlook.com" userId="fa14c13e1c2e15d9" providerId="LiveId" clId="{C6915967-CAC1-41C3-853D-EDCA6670517F}" dt="2026-09-20T12:59:42.147" v="783" actId="478"/>
          <ac:spMkLst>
            <pc:docMk/>
            <pc:sldMk cId="26077263" sldId="294"/>
            <ac:spMk id="20" creationId="{00000000-0000-0000-0000-000000000000}"/>
          </ac:spMkLst>
        </pc:spChg>
        <pc:spChg chg="mod">
          <ac:chgData name="bammidimeghana648@outlook.com" userId="fa14c13e1c2e15d9" providerId="LiveId" clId="{C6915967-CAC1-41C3-853D-EDCA6670517F}" dt="2026-09-20T13:01:36.898" v="814" actId="1076"/>
          <ac:spMkLst>
            <pc:docMk/>
            <pc:sldMk cId="26077263" sldId="294"/>
            <ac:spMk id="21" creationId="{00000000-0000-0000-0000-000000000000}"/>
          </ac:spMkLst>
        </pc:spChg>
        <pc:spChg chg="del mod">
          <ac:chgData name="bammidimeghana648@outlook.com" userId="fa14c13e1c2e15d9" providerId="LiveId" clId="{C6915967-CAC1-41C3-853D-EDCA6670517F}" dt="2026-09-20T13:00:16.325" v="796"/>
          <ac:spMkLst>
            <pc:docMk/>
            <pc:sldMk cId="26077263" sldId="294"/>
            <ac:spMk id="22" creationId="{00000000-0000-0000-0000-000000000000}"/>
          </ac:spMkLst>
        </pc:spChg>
        <pc:spChg chg="mod">
          <ac:chgData name="bammidimeghana648@outlook.com" userId="fa14c13e1c2e15d9" providerId="LiveId" clId="{C6915967-CAC1-41C3-853D-EDCA6670517F}" dt="2026-09-20T13:03:19.963" v="830" actId="1076"/>
          <ac:spMkLst>
            <pc:docMk/>
            <pc:sldMk cId="26077263" sldId="294"/>
            <ac:spMk id="23" creationId="{00000000-0000-0000-0000-000000000000}"/>
          </ac:spMkLst>
        </pc:spChg>
        <pc:spChg chg="add mod">
          <ac:chgData name="bammidimeghana648@outlook.com" userId="fa14c13e1c2e15d9" providerId="LiveId" clId="{C6915967-CAC1-41C3-853D-EDCA6670517F}" dt="2026-09-20T13:02:44.592" v="824" actId="1076"/>
          <ac:spMkLst>
            <pc:docMk/>
            <pc:sldMk cId="26077263" sldId="294"/>
            <ac:spMk id="24" creationId="{46518327-11EC-9F7E-C523-273E33BB4451}"/>
          </ac:spMkLst>
        </pc:spChg>
        <pc:spChg chg="add del mod">
          <ac:chgData name="bammidimeghana648@outlook.com" userId="fa14c13e1c2e15d9" providerId="LiveId" clId="{C6915967-CAC1-41C3-853D-EDCA6670517F}" dt="2026-09-20T13:02:59.594" v="827" actId="478"/>
          <ac:spMkLst>
            <pc:docMk/>
            <pc:sldMk cId="26077263" sldId="294"/>
            <ac:spMk id="25" creationId="{BABD3B28-A88F-AD52-0976-71A05C2630BA}"/>
          </ac:spMkLst>
        </pc:spChg>
        <pc:spChg chg="add mod">
          <ac:chgData name="bammidimeghana648@outlook.com" userId="fa14c13e1c2e15d9" providerId="LiveId" clId="{C6915967-CAC1-41C3-853D-EDCA6670517F}" dt="2026-09-20T13:03:11.878" v="829" actId="1076"/>
          <ac:spMkLst>
            <pc:docMk/>
            <pc:sldMk cId="26077263" sldId="294"/>
            <ac:spMk id="27" creationId="{82ABBB19-6836-CE2A-3D9C-B2C1925E819F}"/>
          </ac:spMkLst>
        </pc:spChg>
        <pc:grpChg chg="mod">
          <ac:chgData name="bammidimeghana648@outlook.com" userId="fa14c13e1c2e15d9" providerId="LiveId" clId="{C6915967-CAC1-41C3-853D-EDCA6670517F}" dt="2026-09-20T12:55:04.588" v="737" actId="1076"/>
          <ac:grpSpMkLst>
            <pc:docMk/>
            <pc:sldMk cId="26077263" sldId="294"/>
            <ac:grpSpMk id="2" creationId="{444C8BDC-1408-2F08-ECFE-24342F99259F}"/>
          </ac:grpSpMkLst>
        </pc:grpChg>
      </pc:sldChg>
      <pc:sldChg chg="modSp mod">
        <pc:chgData name="bammidimeghana648@outlook.com" userId="fa14c13e1c2e15d9" providerId="LiveId" clId="{C6915967-CAC1-41C3-853D-EDCA6670517F}" dt="2026-09-20T13:05:21.299" v="849" actId="1076"/>
        <pc:sldMkLst>
          <pc:docMk/>
          <pc:sldMk cId="26077263" sldId="295"/>
        </pc:sldMkLst>
        <pc:spChg chg="mod">
          <ac:chgData name="bammidimeghana648@outlook.com" userId="fa14c13e1c2e15d9" providerId="LiveId" clId="{C6915967-CAC1-41C3-853D-EDCA6670517F}" dt="2026-09-20T13:05:21.299" v="849" actId="1076"/>
          <ac:spMkLst>
            <pc:docMk/>
            <pc:sldMk cId="26077263" sldId="295"/>
            <ac:spMk id="9" creationId="{7A800D15-2389-5516-DA9E-AC441973A9C8}"/>
          </ac:spMkLst>
        </pc:spChg>
        <pc:spChg chg="mod">
          <ac:chgData name="bammidimeghana648@outlook.com" userId="fa14c13e1c2e15d9" providerId="LiveId" clId="{C6915967-CAC1-41C3-853D-EDCA6670517F}" dt="2026-09-20T13:04:25.684" v="839" actId="403"/>
          <ac:spMkLst>
            <pc:docMk/>
            <pc:sldMk cId="26077263" sldId="295"/>
            <ac:spMk id="19" creationId="{00000000-0000-0000-0000-000000000000}"/>
          </ac:spMkLst>
        </pc:spChg>
        <pc:graphicFrameChg chg="mod modGraphic">
          <ac:chgData name="bammidimeghana648@outlook.com" userId="fa14c13e1c2e15d9" providerId="LiveId" clId="{C6915967-CAC1-41C3-853D-EDCA6670517F}" dt="2026-09-20T13:04:41.205" v="845" actId="1076"/>
          <ac:graphicFrameMkLst>
            <pc:docMk/>
            <pc:sldMk cId="26077263" sldId="295"/>
            <ac:graphicFrameMk id="18" creationId="{00000000-0000-0000-0000-000000000000}"/>
          </ac:graphicFrameMkLst>
        </pc:graphicFrameChg>
      </pc:sldChg>
      <pc:sldChg chg="addSp delSp modSp mod">
        <pc:chgData name="bammidimeghana648@outlook.com" userId="fa14c13e1c2e15d9" providerId="LiveId" clId="{C6915967-CAC1-41C3-853D-EDCA6670517F}" dt="2026-09-20T13:06:11.854" v="861" actId="403"/>
        <pc:sldMkLst>
          <pc:docMk/>
          <pc:sldMk cId="26077263" sldId="296"/>
        </pc:sldMkLst>
        <pc:spChg chg="del mod">
          <ac:chgData name="bammidimeghana648@outlook.com" userId="fa14c13e1c2e15d9" providerId="LiveId" clId="{C6915967-CAC1-41C3-853D-EDCA6670517F}" dt="2026-09-20T13:05:57.715" v="858"/>
          <ac:spMkLst>
            <pc:docMk/>
            <pc:sldMk cId="26077263" sldId="296"/>
            <ac:spMk id="9" creationId="{7A800D15-2389-5516-DA9E-AC441973A9C8}"/>
          </ac:spMkLst>
        </pc:spChg>
        <pc:spChg chg="add mod">
          <ac:chgData name="bammidimeghana648@outlook.com" userId="fa14c13e1c2e15d9" providerId="LiveId" clId="{C6915967-CAC1-41C3-853D-EDCA6670517F}" dt="2026-09-20T13:06:11.854" v="861" actId="403"/>
          <ac:spMkLst>
            <pc:docMk/>
            <pc:sldMk cId="26077263" sldId="296"/>
            <ac:spMk id="10" creationId="{2ACFB982-4D93-107A-4B88-13ABF4D6B46B}"/>
          </ac:spMkLst>
        </pc:spChg>
        <pc:graphicFrameChg chg="mod modGraphic">
          <ac:chgData name="bammidimeghana648@outlook.com" userId="fa14c13e1c2e15d9" providerId="LiveId" clId="{C6915967-CAC1-41C3-853D-EDCA6670517F}" dt="2026-09-20T13:05:47.659" v="855" actId="403"/>
          <ac:graphicFrameMkLst>
            <pc:docMk/>
            <pc:sldMk cId="26077263" sldId="296"/>
            <ac:graphicFrameMk id="18" creationId="{00000000-0000-0000-0000-000000000000}"/>
          </ac:graphicFrameMkLst>
        </pc:graphicFrameChg>
      </pc:sldChg>
      <pc:sldChg chg="addSp delSp modSp mod">
        <pc:chgData name="bammidimeghana648@outlook.com" userId="fa14c13e1c2e15d9" providerId="LiveId" clId="{C6915967-CAC1-41C3-853D-EDCA6670517F}" dt="2026-09-20T13:21:45.987" v="1298"/>
        <pc:sldMkLst>
          <pc:docMk/>
          <pc:sldMk cId="26077263" sldId="297"/>
        </pc:sldMkLst>
        <pc:spChg chg="add del mod">
          <ac:chgData name="bammidimeghana648@outlook.com" userId="fa14c13e1c2e15d9" providerId="LiveId" clId="{C6915967-CAC1-41C3-853D-EDCA6670517F}" dt="2026-09-20T13:21:45.987" v="1298"/>
          <ac:spMkLst>
            <pc:docMk/>
            <pc:sldMk cId="26077263" sldId="297"/>
            <ac:spMk id="8" creationId="{E906DAEF-3D45-F914-B3B7-624B509B08ED}"/>
          </ac:spMkLst>
        </pc:spChg>
        <pc:spChg chg="mod">
          <ac:chgData name="bammidimeghana648@outlook.com" userId="fa14c13e1c2e15d9" providerId="LiveId" clId="{C6915967-CAC1-41C3-853D-EDCA6670517F}" dt="2026-09-20T13:21:25.497" v="1295" actId="2710"/>
          <ac:spMkLst>
            <pc:docMk/>
            <pc:sldMk cId="26077263" sldId="297"/>
            <ac:spMk id="9" creationId="{7A800D15-2389-5516-DA9E-AC441973A9C8}"/>
          </ac:spMkLst>
        </pc:spChg>
      </pc:sldChg>
      <pc:sldChg chg="addSp delSp modSp mod">
        <pc:chgData name="bammidimeghana648@outlook.com" userId="fa14c13e1c2e15d9" providerId="LiveId" clId="{C6915967-CAC1-41C3-853D-EDCA6670517F}" dt="2026-09-20T13:14:51.167" v="1182"/>
        <pc:sldMkLst>
          <pc:docMk/>
          <pc:sldMk cId="26077263" sldId="299"/>
        </pc:sldMkLst>
        <pc:spChg chg="mod">
          <ac:chgData name="bammidimeghana648@outlook.com" userId="fa14c13e1c2e15d9" providerId="LiveId" clId="{C6915967-CAC1-41C3-853D-EDCA6670517F}" dt="2026-09-20T13:14:49.477" v="1180" actId="20577"/>
          <ac:spMkLst>
            <pc:docMk/>
            <pc:sldMk cId="26077263" sldId="299"/>
            <ac:spMk id="9" creationId="{7A800D15-2389-5516-DA9E-AC441973A9C8}"/>
          </ac:spMkLst>
        </pc:spChg>
        <pc:spChg chg="add del mod">
          <ac:chgData name="bammidimeghana648@outlook.com" userId="fa14c13e1c2e15d9" providerId="LiveId" clId="{C6915967-CAC1-41C3-853D-EDCA6670517F}" dt="2026-09-20T13:14:51.167" v="1182"/>
          <ac:spMkLst>
            <pc:docMk/>
            <pc:sldMk cId="26077263" sldId="299"/>
            <ac:spMk id="10" creationId="{398EE655-560C-66A6-C605-3BDEF7468C58}"/>
          </ac:spMkLst>
        </pc:spChg>
      </pc:sldChg>
      <pc:sldChg chg="addSp delSp modSp mod">
        <pc:chgData name="bammidimeghana648@outlook.com" userId="fa14c13e1c2e15d9" providerId="LiveId" clId="{C6915967-CAC1-41C3-853D-EDCA6670517F}" dt="2026-09-20T13:41:11.854" v="1569" actId="20577"/>
        <pc:sldMkLst>
          <pc:docMk/>
          <pc:sldMk cId="26077263" sldId="300"/>
        </pc:sldMkLst>
        <pc:spChg chg="add del mod">
          <ac:chgData name="bammidimeghana648@outlook.com" userId="fa14c13e1c2e15d9" providerId="LiveId" clId="{C6915967-CAC1-41C3-853D-EDCA6670517F}" dt="2026-09-20T12:36:20.276" v="164"/>
          <ac:spMkLst>
            <pc:docMk/>
            <pc:sldMk cId="26077263" sldId="300"/>
            <ac:spMk id="8" creationId="{0A86D088-D997-864C-D175-6279183B8D59}"/>
          </ac:spMkLst>
        </pc:spChg>
        <pc:spChg chg="del mod">
          <ac:chgData name="bammidimeghana648@outlook.com" userId="fa14c13e1c2e15d9" providerId="LiveId" clId="{C6915967-CAC1-41C3-853D-EDCA6670517F}" dt="2026-09-20T12:27:24.619" v="6"/>
          <ac:spMkLst>
            <pc:docMk/>
            <pc:sldMk cId="26077263" sldId="300"/>
            <ac:spMk id="9" creationId="{7A800D15-2389-5516-DA9E-AC441973A9C8}"/>
          </ac:spMkLst>
        </pc:spChg>
        <pc:spChg chg="add">
          <ac:chgData name="bammidimeghana648@outlook.com" userId="fa14c13e1c2e15d9" providerId="LiveId" clId="{C6915967-CAC1-41C3-853D-EDCA6670517F}" dt="2026-09-20T12:28:25.893" v="10" actId="22"/>
          <ac:spMkLst>
            <pc:docMk/>
            <pc:sldMk cId="26077263" sldId="300"/>
            <ac:spMk id="11" creationId="{F6684BBB-88F3-2110-F052-024AAB1F665C}"/>
          </ac:spMkLst>
        </pc:spChg>
        <pc:spChg chg="add mod">
          <ac:chgData name="bammidimeghana648@outlook.com" userId="fa14c13e1c2e15d9" providerId="LiveId" clId="{C6915967-CAC1-41C3-853D-EDCA6670517F}" dt="2026-09-20T12:29:23.291" v="17"/>
          <ac:spMkLst>
            <pc:docMk/>
            <pc:sldMk cId="26077263" sldId="300"/>
            <ac:spMk id="12" creationId="{C674302E-6C17-B3AE-29B3-9A42A01A5A99}"/>
          </ac:spMkLst>
        </pc:spChg>
        <pc:spChg chg="del mod">
          <ac:chgData name="bammidimeghana648@outlook.com" userId="fa14c13e1c2e15d9" providerId="LiveId" clId="{C6915967-CAC1-41C3-853D-EDCA6670517F}" dt="2026-09-20T12:27:24.597" v="4" actId="21"/>
          <ac:spMkLst>
            <pc:docMk/>
            <pc:sldMk cId="26077263" sldId="300"/>
            <ac:spMk id="18" creationId="{00000000-0000-0000-0000-000000000000}"/>
          </ac:spMkLst>
        </pc:spChg>
        <pc:spChg chg="add mod">
          <ac:chgData name="bammidimeghana648@outlook.com" userId="fa14c13e1c2e15d9" providerId="LiveId" clId="{C6915967-CAC1-41C3-853D-EDCA6670517F}" dt="2026-09-20T13:41:11.854" v="1569" actId="20577"/>
          <ac:spMkLst>
            <pc:docMk/>
            <pc:sldMk cId="26077263" sldId="300"/>
            <ac:spMk id="24" creationId="{3744FA58-C32A-E6A8-3C03-6C583E357A22}"/>
          </ac:spMkLst>
        </pc:spChg>
        <pc:graphicFrameChg chg="add del mod modGraphic">
          <ac:chgData name="bammidimeghana648@outlook.com" userId="fa14c13e1c2e15d9" providerId="LiveId" clId="{C6915967-CAC1-41C3-853D-EDCA6670517F}" dt="2026-09-20T12:30:39.450" v="22" actId="478"/>
          <ac:graphicFrameMkLst>
            <pc:docMk/>
            <pc:sldMk cId="26077263" sldId="300"/>
            <ac:graphicFrameMk id="13" creationId="{CF0C1E4D-390C-9415-F981-5F841714CD4E}"/>
          </ac:graphicFrameMkLst>
        </pc:graphicFrameChg>
        <pc:graphicFrameChg chg="add del">
          <ac:chgData name="bammidimeghana648@outlook.com" userId="fa14c13e1c2e15d9" providerId="LiveId" clId="{C6915967-CAC1-41C3-853D-EDCA6670517F}" dt="2026-09-20T12:31:06.592" v="24" actId="478"/>
          <ac:graphicFrameMkLst>
            <pc:docMk/>
            <pc:sldMk cId="26077263" sldId="300"/>
            <ac:graphicFrameMk id="14" creationId="{22335277-542C-0742-A63F-F735F8E8070D}"/>
          </ac:graphicFrameMkLst>
        </pc:graphicFrameChg>
        <pc:graphicFrameChg chg="add del mod modGraphic">
          <ac:chgData name="bammidimeghana648@outlook.com" userId="fa14c13e1c2e15d9" providerId="LiveId" clId="{C6915967-CAC1-41C3-853D-EDCA6670517F}" dt="2026-09-20T12:33:24.073" v="33" actId="478"/>
          <ac:graphicFrameMkLst>
            <pc:docMk/>
            <pc:sldMk cId="26077263" sldId="300"/>
            <ac:graphicFrameMk id="16" creationId="{412B68F7-F03C-989C-132C-21757F9F521F}"/>
          </ac:graphicFrameMkLst>
        </pc:graphicFrameChg>
        <pc:graphicFrameChg chg="add del">
          <ac:chgData name="bammidimeghana648@outlook.com" userId="fa14c13e1c2e15d9" providerId="LiveId" clId="{C6915967-CAC1-41C3-853D-EDCA6670517F}" dt="2026-09-20T12:34:05.782" v="35" actId="22"/>
          <ac:graphicFrameMkLst>
            <pc:docMk/>
            <pc:sldMk cId="26077263" sldId="300"/>
            <ac:graphicFrameMk id="20" creationId="{4E4122A4-FC21-EFDD-49B9-CAAD50B9EC55}"/>
          </ac:graphicFrameMkLst>
        </pc:graphicFrameChg>
        <pc:graphicFrameChg chg="add mod modGraphic">
          <ac:chgData name="bammidimeghana648@outlook.com" userId="fa14c13e1c2e15d9" providerId="LiveId" clId="{C6915967-CAC1-41C3-853D-EDCA6670517F}" dt="2026-09-20T13:40:35.629" v="1525" actId="20577"/>
          <ac:graphicFrameMkLst>
            <pc:docMk/>
            <pc:sldMk cId="26077263" sldId="300"/>
            <ac:graphicFrameMk id="22" creationId="{859B6285-5EF4-AF50-D13F-CBE2303E9AB0}"/>
          </ac:graphicFrameMkLst>
        </pc:graphicFrameChg>
      </pc:sldChg>
      <pc:sldChg chg="addSp delSp modSp new mod">
        <pc:chgData name="bammidimeghana648@outlook.com" userId="fa14c13e1c2e15d9" providerId="LiveId" clId="{C6915967-CAC1-41C3-853D-EDCA6670517F}" dt="2026-09-20T12:53:18.287" v="732" actId="20577"/>
        <pc:sldMkLst>
          <pc:docMk/>
          <pc:sldMk cId="1265265595" sldId="301"/>
        </pc:sldMkLst>
        <pc:spChg chg="add mod">
          <ac:chgData name="bammidimeghana648@outlook.com" userId="fa14c13e1c2e15d9" providerId="LiveId" clId="{C6915967-CAC1-41C3-853D-EDCA6670517F}" dt="2026-09-20T12:53:18.287" v="732" actId="20577"/>
          <ac:spMkLst>
            <pc:docMk/>
            <pc:sldMk cId="1265265595" sldId="301"/>
            <ac:spMk id="5" creationId="{8AAEFCE5-3C99-2F8D-78CC-4C0F10205CB7}"/>
          </ac:spMkLst>
        </pc:spChg>
        <pc:spChg chg="add del mod">
          <ac:chgData name="bammidimeghana648@outlook.com" userId="fa14c13e1c2e15d9" providerId="LiveId" clId="{C6915967-CAC1-41C3-853D-EDCA6670517F}" dt="2026-09-20T12:52:39.276" v="704" actId="478"/>
          <ac:spMkLst>
            <pc:docMk/>
            <pc:sldMk cId="1265265595" sldId="301"/>
            <ac:spMk id="6" creationId="{4BBA1B1D-9E7F-6F51-CA27-61F503FD80F8}"/>
          </ac:spMkLst>
        </pc:spChg>
        <pc:spChg chg="add del mod">
          <ac:chgData name="bammidimeghana648@outlook.com" userId="fa14c13e1c2e15d9" providerId="LiveId" clId="{C6915967-CAC1-41C3-853D-EDCA6670517F}" dt="2026-09-20T12:52:39.278" v="706"/>
          <ac:spMkLst>
            <pc:docMk/>
            <pc:sldMk cId="1265265595" sldId="301"/>
            <ac:spMk id="7" creationId="{F12527EE-4734-3751-09CA-37A275D3E141}"/>
          </ac:spMkLst>
        </pc:spChg>
        <pc:spChg chg="add mod">
          <ac:chgData name="bammidimeghana648@outlook.com" userId="fa14c13e1c2e15d9" providerId="LiveId" clId="{C6915967-CAC1-41C3-853D-EDCA6670517F}" dt="2026-09-20T12:52:56.010" v="724" actId="20577"/>
          <ac:spMkLst>
            <pc:docMk/>
            <pc:sldMk cId="1265265595" sldId="301"/>
            <ac:spMk id="9" creationId="{B5465CED-E024-3120-EA07-846795BC9A7E}"/>
          </ac:spMkLst>
        </pc:spChg>
        <pc:graphicFrameChg chg="add mod modGraphic">
          <ac:chgData name="bammidimeghana648@outlook.com" userId="fa14c13e1c2e15d9" providerId="LiveId" clId="{C6915967-CAC1-41C3-853D-EDCA6670517F}" dt="2026-09-20T12:46:52.284" v="613" actId="1076"/>
          <ac:graphicFrameMkLst>
            <pc:docMk/>
            <pc:sldMk cId="1265265595" sldId="301"/>
            <ac:graphicFrameMk id="3" creationId="{1ACB7D36-EEBE-B185-A86F-75F9C0B9E371}"/>
          </ac:graphicFrameMkLst>
        </pc:graphicFrameChg>
      </pc:sldChg>
      <pc:sldChg chg="new del">
        <pc:chgData name="bammidimeghana648@outlook.com" userId="fa14c13e1c2e15d9" providerId="LiveId" clId="{C6915967-CAC1-41C3-853D-EDCA6670517F}" dt="2026-09-20T13:18:52.304" v="1255" actId="680"/>
        <pc:sldMkLst>
          <pc:docMk/>
          <pc:sldMk cId="1317595024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04570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E –  COMMERCE  ORDER  MANAGEMENT 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C432F1-7925-EA30-DAE9-E2E877E07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837905"/>
              </p:ext>
            </p:extLst>
          </p:nvPr>
        </p:nvGraphicFramePr>
        <p:xfrm>
          <a:off x="2012755" y="3429000"/>
          <a:ext cx="6705600" cy="1483360"/>
        </p:xfrm>
        <a:graphic>
          <a:graphicData uri="http://schemas.openxmlformats.org/drawingml/2006/table">
            <a:tbl>
              <a:tblPr bandRow="1"/>
              <a:tblGrid>
                <a:gridCol w="3352800">
                  <a:extLst>
                    <a:ext uri="{9D8B030D-6E8A-4147-A177-3AD203B41FA5}">
                      <a16:colId xmlns:a16="http://schemas.microsoft.com/office/drawing/2014/main" val="205789300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62360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B. Swathi Sri Satya Durga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25B11AI147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8990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D. Ammulu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25B11AI267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1263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 . Lahari Devi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25B11AI898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4455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B. Meghana Maheswari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25B11AI086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2801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558232" y="1503916"/>
            <a:ext cx="92202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➤ </a:t>
            </a:r>
            <a:r>
              <a:rPr lang="en-IN" sz="2000" b="1" dirty="0"/>
              <a:t>Project Title:</a:t>
            </a:r>
            <a:r>
              <a:rPr lang="en-IN" sz="2000" dirty="0"/>
              <a:t> E-Commerce Order Management System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Problem Statement:</a:t>
            </a:r>
            <a:r>
              <a:rPr lang="en-IN" sz="2000" dirty="0"/>
              <a:t> Managing large amounts of customer, product, order, payment, and delivery data manually is difficult and error-prone.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Objective 1:</a:t>
            </a:r>
            <a:r>
              <a:rPr lang="en-IN" sz="2000" dirty="0"/>
              <a:t> Organize e-commerce data in a </a:t>
            </a:r>
            <a:r>
              <a:rPr lang="en-IN" sz="2000" b="1" dirty="0"/>
              <a:t>structured and normalized database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Objective 2:</a:t>
            </a:r>
            <a:r>
              <a:rPr lang="en-IN" sz="2000" dirty="0"/>
              <a:t> Reduce </a:t>
            </a:r>
            <a:r>
              <a:rPr lang="en-IN" sz="2000" b="1" dirty="0"/>
              <a:t>duplicate records</a:t>
            </a:r>
            <a:r>
              <a:rPr lang="en-IN" sz="2000" dirty="0"/>
              <a:t> and improve data accuracy.</a:t>
            </a:r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Objective 3:</a:t>
            </a:r>
            <a:r>
              <a:rPr lang="en-IN" sz="2000" dirty="0"/>
              <a:t> Maintain proper </a:t>
            </a:r>
            <a:r>
              <a:rPr lang="en-IN" sz="2000" b="1" dirty="0"/>
              <a:t>relationships between different entities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Objective 4:</a:t>
            </a:r>
            <a:r>
              <a:rPr lang="en-IN" sz="2000" dirty="0"/>
              <a:t> Enable </a:t>
            </a:r>
            <a:r>
              <a:rPr lang="en-IN" sz="2000" b="1" dirty="0"/>
              <a:t>quick and efficient data retrieval</a:t>
            </a:r>
            <a:r>
              <a:rPr lang="en-IN" sz="2000" dirty="0"/>
              <a:t> using SQL queries.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651204" y="864964"/>
            <a:ext cx="8416595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➤ </a:t>
            </a:r>
            <a:r>
              <a:rPr lang="en-IN" sz="2000" b="1" dirty="0"/>
              <a:t>Customer</a:t>
            </a:r>
            <a:r>
              <a:rPr lang="en-IN" sz="2000" dirty="0"/>
              <a:t> → </a:t>
            </a:r>
            <a:r>
              <a:rPr lang="en-IN" sz="2000" dirty="0" err="1"/>
              <a:t>Customer_ID</a:t>
            </a:r>
            <a:r>
              <a:rPr lang="en-IN" sz="2000" dirty="0"/>
              <a:t> (PK), Name, Email, Phone, Address.</a:t>
            </a:r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Order</a:t>
            </a:r>
            <a:r>
              <a:rPr lang="en-IN" sz="2000" dirty="0"/>
              <a:t> → </a:t>
            </a:r>
            <a:r>
              <a:rPr lang="en-IN" sz="2000" dirty="0" err="1"/>
              <a:t>Order_ID</a:t>
            </a:r>
            <a:r>
              <a:rPr lang="en-IN" sz="2000" dirty="0"/>
              <a:t> (PK), </a:t>
            </a:r>
            <a:r>
              <a:rPr lang="en-IN" sz="2000" dirty="0" err="1"/>
              <a:t>Customer_ID</a:t>
            </a:r>
            <a:r>
              <a:rPr lang="en-IN" sz="2000" dirty="0"/>
              <a:t> (FK), </a:t>
            </a:r>
            <a:r>
              <a:rPr lang="en-IN" sz="2000" dirty="0" err="1"/>
              <a:t>Order_Date</a:t>
            </a:r>
            <a:r>
              <a:rPr lang="en-IN" sz="2000" dirty="0"/>
              <a:t>, </a:t>
            </a:r>
            <a:r>
              <a:rPr lang="en-IN" sz="2000" dirty="0" err="1"/>
              <a:t>Order_Status</a:t>
            </a:r>
            <a:r>
              <a:rPr lang="en-IN" sz="2000" dirty="0"/>
              <a:t>, </a:t>
            </a:r>
            <a:r>
              <a:rPr lang="en-IN" sz="2000" dirty="0" err="1"/>
              <a:t>Total_Amount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Order Item</a:t>
            </a:r>
            <a:r>
              <a:rPr lang="en-IN" sz="2000" dirty="0"/>
              <a:t> → </a:t>
            </a:r>
            <a:r>
              <a:rPr lang="en-IN" sz="2000" dirty="0" err="1"/>
              <a:t>Order_Item_ID</a:t>
            </a:r>
            <a:r>
              <a:rPr lang="en-IN" sz="2000" dirty="0"/>
              <a:t> (PK), </a:t>
            </a:r>
            <a:r>
              <a:rPr lang="en-IN" sz="2000" dirty="0" err="1"/>
              <a:t>Order_ID</a:t>
            </a:r>
            <a:r>
              <a:rPr lang="en-IN" sz="2000" dirty="0"/>
              <a:t> (FK), </a:t>
            </a:r>
            <a:r>
              <a:rPr lang="en-IN" sz="2000" dirty="0" err="1"/>
              <a:t>Product_ID</a:t>
            </a:r>
            <a:r>
              <a:rPr lang="en-IN" sz="2000" dirty="0"/>
              <a:t> (FK), Quantity, </a:t>
            </a:r>
            <a:r>
              <a:rPr lang="en-IN" sz="2000" dirty="0" err="1"/>
              <a:t>Unit_Price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Product</a:t>
            </a:r>
            <a:r>
              <a:rPr lang="en-IN" sz="2000" dirty="0"/>
              <a:t> → </a:t>
            </a:r>
            <a:r>
              <a:rPr lang="en-IN" sz="2000" dirty="0" err="1"/>
              <a:t>Product_ID</a:t>
            </a:r>
            <a:r>
              <a:rPr lang="en-IN" sz="2000" dirty="0"/>
              <a:t> (PK), </a:t>
            </a:r>
            <a:r>
              <a:rPr lang="en-IN" sz="2000" dirty="0" err="1"/>
              <a:t>Product_Name</a:t>
            </a:r>
            <a:r>
              <a:rPr lang="en-IN" sz="2000" dirty="0"/>
              <a:t>, Price, </a:t>
            </a:r>
            <a:r>
              <a:rPr lang="en-IN" sz="2000" dirty="0" err="1"/>
              <a:t>Stock_Quantity</a:t>
            </a:r>
            <a:r>
              <a:rPr lang="en-IN" sz="2000" dirty="0"/>
              <a:t>, </a:t>
            </a:r>
            <a:r>
              <a:rPr lang="en-IN" sz="2000" dirty="0" err="1"/>
              <a:t>Category_ID</a:t>
            </a:r>
            <a:r>
              <a:rPr lang="en-IN" sz="2000" dirty="0"/>
              <a:t> (FK).</a:t>
            </a:r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Category</a:t>
            </a:r>
            <a:r>
              <a:rPr lang="en-IN" sz="2000" dirty="0"/>
              <a:t> → </a:t>
            </a:r>
            <a:r>
              <a:rPr lang="en-IN" sz="2000" dirty="0" err="1"/>
              <a:t>Category_ID</a:t>
            </a:r>
            <a:r>
              <a:rPr lang="en-IN" sz="2000" dirty="0"/>
              <a:t> (PK), </a:t>
            </a:r>
            <a:r>
              <a:rPr lang="en-IN" sz="2000" dirty="0" err="1"/>
              <a:t>Category_Name</a:t>
            </a:r>
            <a:r>
              <a:rPr lang="en-IN" sz="2000" dirty="0"/>
              <a:t>, Description.</a:t>
            </a:r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Payment</a:t>
            </a:r>
            <a:r>
              <a:rPr lang="en-IN" sz="2000" dirty="0"/>
              <a:t> → </a:t>
            </a:r>
            <a:r>
              <a:rPr lang="en-IN" sz="2000" dirty="0" err="1"/>
              <a:t>Payment_ID</a:t>
            </a:r>
            <a:r>
              <a:rPr lang="en-IN" sz="2000" dirty="0"/>
              <a:t> (PK), </a:t>
            </a:r>
            <a:r>
              <a:rPr lang="en-IN" sz="2000" dirty="0" err="1"/>
              <a:t>Order_ID</a:t>
            </a:r>
            <a:r>
              <a:rPr lang="en-IN" sz="2000" dirty="0"/>
              <a:t> (FK), </a:t>
            </a:r>
            <a:r>
              <a:rPr lang="en-IN" sz="2000" dirty="0" err="1"/>
              <a:t>Payment_Date</a:t>
            </a:r>
            <a:r>
              <a:rPr lang="en-IN" sz="2000" dirty="0"/>
              <a:t>, </a:t>
            </a:r>
            <a:r>
              <a:rPr lang="en-IN" sz="2000" dirty="0" err="1"/>
              <a:t>Payment_Method</a:t>
            </a:r>
            <a:r>
              <a:rPr lang="en-IN" sz="2000" dirty="0"/>
              <a:t>, </a:t>
            </a:r>
            <a:r>
              <a:rPr lang="en-IN" sz="2000" dirty="0" err="1"/>
              <a:t>Payment_Status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Delivery</a:t>
            </a:r>
            <a:r>
              <a:rPr lang="en-IN" sz="2000" dirty="0"/>
              <a:t> → </a:t>
            </a:r>
            <a:r>
              <a:rPr lang="en-IN" sz="2000" dirty="0" err="1"/>
              <a:t>Delivery_ID</a:t>
            </a:r>
            <a:r>
              <a:rPr lang="en-IN" sz="2000" dirty="0"/>
              <a:t> (PK), </a:t>
            </a:r>
            <a:r>
              <a:rPr lang="en-IN" sz="2000" dirty="0" err="1"/>
              <a:t>Order_ID</a:t>
            </a:r>
            <a:r>
              <a:rPr lang="en-IN" sz="2000" dirty="0"/>
              <a:t> (FK), </a:t>
            </a:r>
            <a:r>
              <a:rPr lang="en-IN" sz="2000" dirty="0" err="1"/>
              <a:t>Delivery_Address</a:t>
            </a:r>
            <a:r>
              <a:rPr lang="en-IN" sz="2000" dirty="0"/>
              <a:t>, </a:t>
            </a:r>
            <a:r>
              <a:rPr lang="en-IN" sz="2000" dirty="0" err="1"/>
              <a:t>Delivery_Date</a:t>
            </a:r>
            <a:r>
              <a:rPr lang="en-IN" sz="2000" dirty="0"/>
              <a:t>, </a:t>
            </a:r>
            <a:r>
              <a:rPr lang="en-IN" sz="2000" dirty="0" err="1"/>
              <a:t>Delivery_Status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dirty="0"/>
              <a:t>➤ </a:t>
            </a:r>
            <a:r>
              <a:rPr lang="en-IN" sz="2000" b="1" dirty="0"/>
              <a:t>Supplier</a:t>
            </a:r>
            <a:r>
              <a:rPr lang="en-IN" sz="2000" dirty="0"/>
              <a:t> → </a:t>
            </a:r>
            <a:r>
              <a:rPr lang="en-IN" sz="2000" dirty="0" err="1"/>
              <a:t>Supplier_ID</a:t>
            </a:r>
            <a:r>
              <a:rPr lang="en-IN" sz="2000" dirty="0"/>
              <a:t> (PK), </a:t>
            </a:r>
            <a:r>
              <a:rPr lang="en-IN" sz="2000" dirty="0" err="1"/>
              <a:t>Supplier_Name</a:t>
            </a:r>
            <a:r>
              <a:rPr lang="en-IN" sz="2000" dirty="0"/>
              <a:t>, Contact, Email, Address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A7F29A-A786-19B2-3509-25F04FB61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4" y="1055104"/>
            <a:ext cx="9905999" cy="566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95DB9-015F-1A5A-C9C5-048003F057DB}"/>
              </a:ext>
            </a:extLst>
          </p:cNvPr>
          <p:cNvSpPr txBox="1"/>
          <p:nvPr/>
        </p:nvSpPr>
        <p:spPr>
          <a:xfrm>
            <a:off x="2171700" y="2209800"/>
            <a:ext cx="647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CD90B2-E102-43FA-AA26-564DFBBDCF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1" y="1275796"/>
            <a:ext cx="9753600" cy="588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BE9FCA-023C-55FD-ED64-1C5505C5B8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22" y="973627"/>
            <a:ext cx="9829356" cy="634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684BBB-88F3-2110-F052-024AAB1F665C}"/>
              </a:ext>
            </a:extLst>
          </p:cNvPr>
          <p:cNvSpPr/>
          <p:nvPr/>
        </p:nvSpPr>
        <p:spPr>
          <a:xfrm>
            <a:off x="731520" y="2788920"/>
            <a:ext cx="8503920" cy="1600200"/>
          </a:xfrm>
          <a:prstGeom prst="rect">
            <a:avLst/>
          </a:prstGeom>
          <a:solidFill>
            <a:srgbClr val="272B33"/>
          </a:solidFill>
          <a:ln>
            <a:solidFill>
              <a:srgbClr val="27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300" b="0" i="0">
                <a:solidFill>
                  <a:srgbClr val="D8E8C8"/>
                </a:solidFill>
                <a:latin typeface="Courier New"/>
              </a:rPr>
              <a:t>/schema      → DDL scripts (CREATE TABLE, constraints)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300" b="0" i="0">
                <a:solidFill>
                  <a:srgbClr val="D8E8C8"/>
                </a:solidFill>
                <a:latin typeface="Courier New"/>
              </a:rPr>
              <a:t>/data        → sample data INSERT scripts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300" b="0" i="0">
                <a:solidFill>
                  <a:srgbClr val="D8E8C8"/>
                </a:solidFill>
                <a:latin typeface="Courier New"/>
              </a:rPr>
              <a:t>/queries     → DML, DQL, CRUD, joins, views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300" b="0" i="0">
                <a:solidFill>
                  <a:srgbClr val="D8E8C8"/>
                </a:solidFill>
                <a:latin typeface="Courier New"/>
              </a:rPr>
              <a:t>/diagrams    → ER diagram and relational schema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300" b="0" i="0">
                <a:solidFill>
                  <a:srgbClr val="D8E8C8"/>
                </a:solidFill>
                <a:latin typeface="Courier New"/>
              </a:rPr>
              <a:t>/docs        → README, project report, screenshots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4302E-6C17-B3AE-29B3-9A42A01A5A99}"/>
              </a:ext>
            </a:extLst>
          </p:cNvPr>
          <p:cNvSpPr txBox="1"/>
          <p:nvPr/>
        </p:nvSpPr>
        <p:spPr>
          <a:xfrm>
            <a:off x="3348681" y="52145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59B6285-5EF4-AF50-D13F-CBE2303E9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80825"/>
              </p:ext>
            </p:extLst>
          </p:nvPr>
        </p:nvGraphicFramePr>
        <p:xfrm>
          <a:off x="731520" y="4727448"/>
          <a:ext cx="8503920" cy="19019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marL="54864" marR="54864" marT="27432" marB="27432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Responsibility</a:t>
                      </a:r>
                    </a:p>
                  </a:txBody>
                  <a:tcPr marL="54864" marR="54864" marT="27432" marB="27432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en-IN" sz="1250" b="1" i="0" dirty="0">
                          <a:solidFill>
                            <a:srgbClr val="17375E"/>
                          </a:solidFill>
                          <a:latin typeface="Times New Roman"/>
                        </a:rPr>
                        <a:t>B. Swathi</a:t>
                      </a:r>
                      <a:endParaRPr sz="1250" b="1" i="0" dirty="0">
                        <a:solidFill>
                          <a:srgbClr val="17375E"/>
                        </a:solidFill>
                        <a:latin typeface="Times New Roman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Requirement analysis, ER diagram design, entity &amp; attribute identification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en-IN" sz="1250" b="1" i="0" dirty="0">
                          <a:solidFill>
                            <a:srgbClr val="17375E"/>
                          </a:solidFill>
                          <a:latin typeface="Times New Roman"/>
                        </a:rPr>
                        <a:t>D. Ammulu</a:t>
                      </a:r>
                      <a:endParaRPr sz="1250" b="1" i="0" dirty="0">
                        <a:solidFill>
                          <a:srgbClr val="17375E"/>
                        </a:solidFill>
                        <a:latin typeface="Times New Roman"/>
                      </a:endParaRP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Relational schema, normalization (1NF–3NF), keys &amp; constraints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en-IN" sz="1250" b="1" i="0" dirty="0">
                          <a:solidFill>
                            <a:srgbClr val="17375E"/>
                          </a:solidFill>
                          <a:latin typeface="Times New Roman"/>
                        </a:rPr>
                        <a:t>P. Lahari</a:t>
                      </a:r>
                      <a:endParaRPr sz="1250" b="1" i="0" dirty="0">
                        <a:solidFill>
                          <a:srgbClr val="17375E"/>
                        </a:solidFill>
                        <a:latin typeface="Times New Roman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DDL/DML scripts, sample data insertion, GitHub repository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en-IN" sz="1250" b="1" i="0" dirty="0">
                          <a:solidFill>
                            <a:srgbClr val="17375E"/>
                          </a:solidFill>
                          <a:latin typeface="Times New Roman"/>
                        </a:rPr>
                        <a:t>B. Meghana</a:t>
                      </a:r>
                      <a:endParaRPr sz="1250" b="1" i="0" dirty="0">
                        <a:solidFill>
                          <a:srgbClr val="17375E"/>
                        </a:solidFill>
                        <a:latin typeface="Times New Roman"/>
                      </a:endParaRP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DQL, CRUD, joins, aggregate functions, views, documentation &amp; presentation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3744FA58-C32A-E6A8-3C03-6C583E357A22}"/>
              </a:ext>
            </a:extLst>
          </p:cNvPr>
          <p:cNvSpPr txBox="1"/>
          <p:nvPr/>
        </p:nvSpPr>
        <p:spPr>
          <a:xfrm>
            <a:off x="548640" y="1417320"/>
            <a:ext cx="905256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 dirty="0">
                <a:solidFill>
                  <a:srgbClr val="17375E"/>
                </a:solidFill>
                <a:latin typeface="Times New Roman"/>
              </a:rPr>
              <a:t>Repository: </a:t>
            </a:r>
            <a:r>
              <a:rPr sz="1400" b="0" i="0" dirty="0">
                <a:solidFill>
                  <a:srgbClr val="000000"/>
                </a:solidFill>
                <a:latin typeface="Courier New"/>
              </a:rPr>
              <a:t>github.com/</a:t>
            </a:r>
            <a:r>
              <a:rPr lang="en-IN" sz="1400" b="0" i="0" dirty="0">
                <a:solidFill>
                  <a:srgbClr val="000000"/>
                </a:solidFill>
                <a:latin typeface="Courier New"/>
              </a:rPr>
              <a:t>AIML-B11</a:t>
            </a:r>
            <a:r>
              <a:rPr sz="1400" b="0" i="0" dirty="0">
                <a:solidFill>
                  <a:srgbClr val="000000"/>
                </a:solidFill>
                <a:latin typeface="Courier New"/>
              </a:rPr>
              <a:t>/</a:t>
            </a:r>
            <a:r>
              <a:rPr lang="en-IN" sz="1400">
                <a:solidFill>
                  <a:srgbClr val="000000"/>
                </a:solidFill>
                <a:latin typeface="Courier New"/>
              </a:rPr>
              <a:t>ecommerce-order-management</a:t>
            </a:r>
            <a:endParaRPr sz="1400" b="0" i="0" dirty="0">
              <a:solidFill>
                <a:srgbClr val="000000"/>
              </a:solidFill>
              <a:latin typeface="Courier New"/>
            </a:endParaRPr>
          </a:p>
          <a:p>
            <a:pPr algn="l">
              <a:spcAft>
                <a:spcPts val="600"/>
              </a:spcAft>
              <a:buNone/>
            </a:pPr>
            <a:r>
              <a:rPr sz="1500" b="1" i="0" dirty="0">
                <a:solidFill>
                  <a:srgbClr val="943735"/>
                </a:solidFill>
                <a:latin typeface="Times New Roman"/>
              </a:rPr>
              <a:t>Suggested repository structure</a:t>
            </a:r>
          </a:p>
          <a:p>
            <a:pPr algn="l">
              <a:spcAft>
                <a:spcPts val="600"/>
              </a:spcAft>
              <a:buNone/>
            </a:pPr>
            <a:r>
              <a:rPr sz="1500" b="1" i="0" dirty="0">
                <a:solidFill>
                  <a:srgbClr val="943735"/>
                </a:solidFill>
                <a:latin typeface="Times New Roman"/>
              </a:rPr>
              <a:t>Team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669743"/>
              </p:ext>
            </p:extLst>
          </p:nvPr>
        </p:nvGraphicFramePr>
        <p:xfrm>
          <a:off x="489468" y="1825641"/>
          <a:ext cx="8595359" cy="2505456"/>
        </p:xfrm>
        <a:graphic>
          <a:graphicData uri="http://schemas.openxmlformats.org/drawingml/2006/table">
            <a:tbl>
              <a:tblPr/>
              <a:tblGrid>
                <a:gridCol w="189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3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 dirty="0"/>
                        <a:t>Constraint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/>
                        <a:t>Where used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/>
                        <a:t>Purpose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PRIMARY KEY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/>
                        <a:t>All entity tables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Uniquely identifies each row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NOT NULL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Customer, Product, Order and Order_Item required fields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Mandatory fields cannot be empty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UNIQUE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Customer.email, Category.category_name, Payment.order_id, transaction_id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Prevents duplicate values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FOREIGN KEY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 err="1"/>
                        <a:t>customer_id</a:t>
                      </a:r>
                      <a:r>
                        <a:rPr sz="850" dirty="0"/>
                        <a:t>, </a:t>
                      </a:r>
                      <a:r>
                        <a:rPr sz="850" dirty="0" err="1"/>
                        <a:t>category_id</a:t>
                      </a:r>
                      <a:r>
                        <a:rPr sz="850" dirty="0"/>
                        <a:t>, </a:t>
                      </a:r>
                      <a:r>
                        <a:rPr sz="850" dirty="0" err="1"/>
                        <a:t>order_id</a:t>
                      </a:r>
                      <a:r>
                        <a:rPr sz="850" dirty="0"/>
                        <a:t>, </a:t>
                      </a:r>
                      <a:r>
                        <a:rPr sz="850" dirty="0" err="1"/>
                        <a:t>product_id</a:t>
                      </a:r>
                      <a:r>
                        <a:rPr sz="850" dirty="0"/>
                        <a:t>, </a:t>
                      </a:r>
                      <a:r>
                        <a:rPr sz="850" dirty="0" err="1"/>
                        <a:t>address_id</a:t>
                      </a:r>
                      <a:endParaRPr sz="850" dirty="0"/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Enforces referential integrity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CHECK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Product.price &gt;= 0; Order_Item.quantity &gt; 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/>
                        <a:t>Restricts invalid values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dirty="0"/>
                        <a:t>DEFAULT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 err="1"/>
                        <a:t>registration_date</a:t>
                      </a:r>
                      <a:r>
                        <a:rPr sz="850" dirty="0"/>
                        <a:t>, </a:t>
                      </a:r>
                      <a:r>
                        <a:rPr sz="850" dirty="0" err="1"/>
                        <a:t>order_date</a:t>
                      </a:r>
                      <a:r>
                        <a:rPr sz="850" dirty="0"/>
                        <a:t>, </a:t>
                      </a:r>
                      <a:r>
                        <a:rPr sz="850" dirty="0" err="1"/>
                        <a:t>order_status</a:t>
                      </a:r>
                      <a:r>
                        <a:rPr sz="850" dirty="0"/>
                        <a:t>, </a:t>
                      </a:r>
                      <a:r>
                        <a:rPr sz="850" dirty="0" err="1"/>
                        <a:t>stock_quantity</a:t>
                      </a:r>
                      <a:r>
                        <a:rPr sz="850" dirty="0"/>
                        <a:t>, </a:t>
                      </a:r>
                      <a:r>
                        <a:rPr sz="850" dirty="0" err="1"/>
                        <a:t>Payment.status</a:t>
                      </a:r>
                      <a:endParaRPr sz="850" dirty="0"/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dirty="0"/>
                        <a:t>Provides sensible defaults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89468" y="4933299"/>
            <a:ext cx="8595360" cy="2026920"/>
          </a:xfrm>
          <a:prstGeom prst="rect">
            <a:avLst/>
          </a:prstGeom>
          <a:solidFill>
            <a:srgbClr val="272B33"/>
          </a:solidFill>
          <a:ln>
            <a:solidFill>
              <a:srgbClr val="27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CREATE TABLE Product (</a:t>
            </a:r>
          </a:p>
          <a:p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  </a:t>
            </a:r>
            <a:r>
              <a:rPr sz="1400" dirty="0" err="1">
                <a:solidFill>
                  <a:schemeClr val="bg2">
                    <a:lumMod val="90000"/>
                  </a:schemeClr>
                </a:solidFill>
              </a:rPr>
              <a:t>product_id</a:t>
            </a:r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         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 INT </a:t>
            </a:r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                                 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PRIMARY KEY AUTO_INCREMENT,</a:t>
            </a:r>
          </a:p>
          <a:p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  </a:t>
            </a:r>
            <a:r>
              <a:rPr sz="1400" dirty="0" err="1">
                <a:solidFill>
                  <a:schemeClr val="bg2">
                    <a:lumMod val="90000"/>
                  </a:schemeClr>
                </a:solidFill>
              </a:rPr>
              <a:t>product_name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  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VARCHAR(200)</a:t>
            </a:r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             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NOT NULL,</a:t>
            </a:r>
            <a:endParaRPr lang="en-IN" sz="14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 price </a:t>
            </a:r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                    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DECIMAL(10,2) </a:t>
            </a:r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            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NOT NULL CHECK (price &gt;= 0),</a:t>
            </a:r>
          </a:p>
          <a:p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  </a:t>
            </a:r>
            <a:r>
              <a:rPr sz="1400" dirty="0" err="1">
                <a:solidFill>
                  <a:schemeClr val="bg2">
                    <a:lumMod val="90000"/>
                  </a:schemeClr>
                </a:solidFill>
              </a:rPr>
              <a:t>stock_quantity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  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INT</a:t>
            </a:r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                                  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DEFAULT 0,</a:t>
            </a:r>
          </a:p>
          <a:p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  </a:t>
            </a:r>
            <a:r>
              <a:rPr sz="1400" dirty="0" err="1">
                <a:solidFill>
                  <a:schemeClr val="bg2">
                    <a:lumMod val="90000"/>
                  </a:schemeClr>
                </a:solidFill>
              </a:rPr>
              <a:t>category_id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        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INT,</a:t>
            </a:r>
          </a:p>
          <a:p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  FOREIGN KEY</a:t>
            </a:r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     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 (</a:t>
            </a:r>
            <a:r>
              <a:rPr sz="1400" dirty="0" err="1">
                <a:solidFill>
                  <a:schemeClr val="bg2">
                    <a:lumMod val="90000"/>
                  </a:schemeClr>
                </a:solidFill>
              </a:rPr>
              <a:t>category_id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) </a:t>
            </a:r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                  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REFERENCES Category(</a:t>
            </a:r>
            <a:r>
              <a:rPr sz="1400" dirty="0" err="1">
                <a:solidFill>
                  <a:schemeClr val="bg2">
                    <a:lumMod val="90000"/>
                  </a:schemeClr>
                </a:solidFill>
              </a:rPr>
              <a:t>category_id</a:t>
            </a:r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)</a:t>
            </a:r>
          </a:p>
          <a:p>
            <a:r>
              <a:rPr sz="1400" dirty="0">
                <a:solidFill>
                  <a:schemeClr val="bg2">
                    <a:lumMod val="90000"/>
                  </a:schemeClr>
                </a:solidFill>
              </a:rPr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D3B02D-4EB1-652D-4098-9398110B1B54}"/>
              </a:ext>
            </a:extLst>
          </p:cNvPr>
          <p:cNvSpPr txBox="1"/>
          <p:nvPr/>
        </p:nvSpPr>
        <p:spPr>
          <a:xfrm>
            <a:off x="548640" y="137160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1" dirty="0">
                <a:solidFill>
                  <a:srgbClr val="404040"/>
                </a:solidFill>
                <a:latin typeface="Times New Roman"/>
              </a:rPr>
              <a:t>Constraints applied while creating the database and tables: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879166"/>
              </p:ext>
            </p:extLst>
          </p:nvPr>
        </p:nvGraphicFramePr>
        <p:xfrm>
          <a:off x="502924" y="2428172"/>
          <a:ext cx="8595356" cy="1408176"/>
        </p:xfrm>
        <a:graphic>
          <a:graphicData uri="http://schemas.openxmlformats.org/drawingml/2006/table">
            <a:tbl>
              <a:tblPr/>
              <a:tblGrid>
                <a:gridCol w="111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customer_id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/>
                        <a:t>first_name</a:t>
                      </a:r>
                      <a:endParaRPr sz="1400" b="1" dirty="0"/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last_name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email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registration_date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Anita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Patel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anita@mail.com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2023-01-15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Ramesh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Nair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ramesh@mail.com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2023-03-22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Divya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Singh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divya@mail.com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2024-06-10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699705"/>
              </p:ext>
            </p:extLst>
          </p:nvPr>
        </p:nvGraphicFramePr>
        <p:xfrm>
          <a:off x="506445" y="5099102"/>
          <a:ext cx="8595356" cy="1408176"/>
        </p:xfrm>
        <a:graphic>
          <a:graphicData uri="http://schemas.openxmlformats.org/drawingml/2006/table">
            <a:tbl>
              <a:tblPr/>
              <a:tblGrid>
                <a:gridCol w="111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product_id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product_name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price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stock_quantity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category_id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dirty="0"/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Samsung Galaxy S24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65000.00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/>
                        <a:t>Laptop HP Pavilion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55000.00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30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Cotton T-Shirt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/>
                        <a:t>499.00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200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/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5E51DEB-A2FE-C0F4-0CA0-84BC04FD578A}"/>
              </a:ext>
            </a:extLst>
          </p:cNvPr>
          <p:cNvSpPr txBox="1"/>
          <p:nvPr/>
        </p:nvSpPr>
        <p:spPr>
          <a:xfrm>
            <a:off x="388143" y="1321803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404040"/>
                </a:solidFill>
                <a:latin typeface="Times New Roman"/>
              </a:rPr>
              <a:t>Representative sample rows inserted into the core tables: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F858CF-AE96-7E19-AACC-6D315FDFCB9B}"/>
              </a:ext>
            </a:extLst>
          </p:cNvPr>
          <p:cNvSpPr txBox="1"/>
          <p:nvPr/>
        </p:nvSpPr>
        <p:spPr>
          <a:xfrm>
            <a:off x="548640" y="1874519"/>
            <a:ext cx="42062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 dirty="0">
                <a:solidFill>
                  <a:srgbClr val="943735"/>
                </a:solidFill>
                <a:latin typeface="Times New Roman"/>
              </a:rPr>
              <a:t>Table: </a:t>
            </a:r>
            <a:r>
              <a:rPr lang="en-IN" sz="1400" b="1" i="0" dirty="0">
                <a:solidFill>
                  <a:srgbClr val="943735"/>
                </a:solidFill>
                <a:latin typeface="Times New Roman"/>
              </a:rPr>
              <a:t>Custo</a:t>
            </a:r>
            <a:r>
              <a:rPr lang="en-IN" sz="1400" b="1" dirty="0">
                <a:solidFill>
                  <a:srgbClr val="943735"/>
                </a:solidFill>
                <a:latin typeface="Times New Roman"/>
              </a:rPr>
              <a:t>mer</a:t>
            </a:r>
            <a:endParaRPr sz="1400" b="1" i="0" dirty="0">
              <a:solidFill>
                <a:srgbClr val="943735"/>
              </a:solidFill>
              <a:latin typeface="Times New Roman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525883-7A0E-8174-3D9B-F2298CAEE7FD}"/>
              </a:ext>
            </a:extLst>
          </p:cNvPr>
          <p:cNvSpPr txBox="1"/>
          <p:nvPr/>
        </p:nvSpPr>
        <p:spPr>
          <a:xfrm>
            <a:off x="521867" y="4497780"/>
            <a:ext cx="42062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 dirty="0">
                <a:solidFill>
                  <a:srgbClr val="943735"/>
                </a:solidFill>
                <a:latin typeface="Times New Roman"/>
              </a:rPr>
              <a:t>Table: </a:t>
            </a:r>
            <a:r>
              <a:rPr lang="en-IN" sz="1400" b="1" dirty="0">
                <a:solidFill>
                  <a:srgbClr val="943735"/>
                </a:solidFill>
                <a:latin typeface="Times New Roman"/>
              </a:rPr>
              <a:t>Product</a:t>
            </a:r>
            <a:endParaRPr sz="1400" b="1" i="0" dirty="0">
              <a:solidFill>
                <a:srgbClr val="943735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CB7D36-EEBE-B185-A86F-75F9C0B9E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770023"/>
              </p:ext>
            </p:extLst>
          </p:nvPr>
        </p:nvGraphicFramePr>
        <p:xfrm>
          <a:off x="731522" y="2071378"/>
          <a:ext cx="8595356" cy="1408176"/>
        </p:xfrm>
        <a:graphic>
          <a:graphicData uri="http://schemas.openxmlformats.org/drawingml/2006/table">
            <a:tbl>
              <a:tblPr/>
              <a:tblGrid>
                <a:gridCol w="111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order_id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customer_id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address_id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order_date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order_status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2024-08-01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Delivered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2024-08-05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Shipped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2024-08-10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/>
                        <a:t>Pending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AAEFCE5-3C99-2F8D-78CC-4C0F10205CB7}"/>
              </a:ext>
            </a:extLst>
          </p:cNvPr>
          <p:cNvSpPr/>
          <p:nvPr/>
        </p:nvSpPr>
        <p:spPr>
          <a:xfrm>
            <a:off x="731518" y="4114800"/>
            <a:ext cx="8595360" cy="1295400"/>
          </a:xfrm>
          <a:prstGeom prst="rect">
            <a:avLst/>
          </a:prstGeom>
          <a:solidFill>
            <a:srgbClr val="272B33"/>
          </a:solidFill>
          <a:ln>
            <a:solidFill>
              <a:srgbClr val="27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r>
              <a:rPr sz="1400" dirty="0"/>
              <a:t>INSERT INTO Customer (</a:t>
            </a:r>
            <a:r>
              <a:rPr sz="1400" dirty="0" err="1"/>
              <a:t>first_name</a:t>
            </a:r>
            <a:r>
              <a:rPr lang="en-IN" sz="1400" dirty="0"/>
              <a:t> </a:t>
            </a:r>
            <a:r>
              <a:rPr sz="1400" dirty="0"/>
              <a:t>,</a:t>
            </a:r>
            <a:r>
              <a:rPr lang="en-IN" sz="1400" dirty="0"/>
              <a:t> </a:t>
            </a:r>
            <a:r>
              <a:rPr sz="1400" dirty="0" err="1"/>
              <a:t>last_name</a:t>
            </a:r>
            <a:r>
              <a:rPr lang="en-IN" sz="1400" dirty="0"/>
              <a:t> </a:t>
            </a:r>
            <a:r>
              <a:rPr sz="1400" dirty="0"/>
              <a:t>,</a:t>
            </a:r>
            <a:r>
              <a:rPr lang="en-IN" sz="1400" dirty="0"/>
              <a:t> </a:t>
            </a:r>
            <a:r>
              <a:rPr sz="1400" dirty="0"/>
              <a:t>email</a:t>
            </a:r>
            <a:r>
              <a:rPr lang="en-IN" sz="1400" dirty="0"/>
              <a:t> </a:t>
            </a:r>
            <a:r>
              <a:rPr sz="1400" dirty="0"/>
              <a:t>,</a:t>
            </a:r>
            <a:r>
              <a:rPr lang="en-IN" sz="1400" dirty="0"/>
              <a:t> </a:t>
            </a:r>
            <a:r>
              <a:rPr sz="1400" dirty="0" err="1"/>
              <a:t>registration_date</a:t>
            </a:r>
            <a:r>
              <a:rPr sz="1400" dirty="0"/>
              <a:t>) VALUES</a:t>
            </a:r>
          </a:p>
          <a:p>
            <a:r>
              <a:rPr sz="1400" dirty="0"/>
              <a:t>  ('Anita','Patel','anita@mail.com','2023-01-15'),</a:t>
            </a:r>
          </a:p>
          <a:p>
            <a:r>
              <a:rPr sz="1400" dirty="0"/>
              <a:t>  ('Ramesh','Nair','ramesh@mail.com','2023-03-22'),</a:t>
            </a:r>
          </a:p>
          <a:p>
            <a:r>
              <a:rPr sz="1400" dirty="0"/>
              <a:t>  ('Divya','Singh','divya@mail.com','2024-06-10');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65CED-E024-3120-EA07-846795BC9A7E}"/>
              </a:ext>
            </a:extLst>
          </p:cNvPr>
          <p:cNvSpPr txBox="1"/>
          <p:nvPr/>
        </p:nvSpPr>
        <p:spPr>
          <a:xfrm>
            <a:off x="731518" y="1479435"/>
            <a:ext cx="4206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b="1" i="0" dirty="0">
                <a:solidFill>
                  <a:srgbClr val="943735"/>
                </a:solidFill>
                <a:latin typeface="Times New Roman"/>
              </a:rPr>
              <a:t>Table: </a:t>
            </a:r>
            <a:r>
              <a:rPr lang="en-IN" b="1" dirty="0">
                <a:solidFill>
                  <a:srgbClr val="943735"/>
                </a:solidFill>
                <a:latin typeface="Times New Roman"/>
              </a:rPr>
              <a:t>Orders</a:t>
            </a:r>
            <a:endParaRPr b="1" i="0" dirty="0">
              <a:solidFill>
                <a:srgbClr val="943735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5265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8987" y="1725913"/>
            <a:ext cx="8595360" cy="1493065"/>
          </a:xfrm>
          <a:prstGeom prst="rect">
            <a:avLst/>
          </a:prstGeom>
          <a:solidFill>
            <a:srgbClr val="272B33"/>
          </a:solidFill>
          <a:ln>
            <a:solidFill>
              <a:srgbClr val="27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r>
              <a:rPr sz="1400" dirty="0"/>
              <a:t>CREATE TABLE Category (</a:t>
            </a:r>
          </a:p>
          <a:p>
            <a:r>
              <a:rPr sz="1400" dirty="0"/>
              <a:t>  </a:t>
            </a:r>
            <a:r>
              <a:rPr sz="1400" dirty="0" err="1"/>
              <a:t>category_id</a:t>
            </a:r>
            <a:r>
              <a:rPr sz="1400" dirty="0"/>
              <a:t> INT PRIMARY KEY AUTO_INCREMENT,</a:t>
            </a:r>
          </a:p>
          <a:p>
            <a:r>
              <a:rPr sz="1400" dirty="0"/>
              <a:t>  </a:t>
            </a:r>
            <a:r>
              <a:rPr sz="1400" dirty="0" err="1"/>
              <a:t>category_name</a:t>
            </a:r>
            <a:r>
              <a:rPr sz="1400" dirty="0"/>
              <a:t> VARCHAR(100) NOT NULL UNIQUE,</a:t>
            </a:r>
          </a:p>
          <a:p>
            <a:r>
              <a:rPr sz="1400" dirty="0"/>
              <a:t>  </a:t>
            </a:r>
            <a:r>
              <a:rPr sz="1400" dirty="0" err="1"/>
              <a:t>parent_category_id</a:t>
            </a:r>
            <a:r>
              <a:rPr sz="1400" dirty="0"/>
              <a:t> INT,</a:t>
            </a:r>
          </a:p>
          <a:p>
            <a:r>
              <a:rPr sz="1400" dirty="0"/>
              <a:t>  FOREIGN KEY (</a:t>
            </a:r>
            <a:r>
              <a:rPr sz="1400" dirty="0" err="1"/>
              <a:t>parent_category_id</a:t>
            </a:r>
            <a:r>
              <a:rPr sz="1400" dirty="0"/>
              <a:t>) REFERENCES Category(</a:t>
            </a:r>
            <a:r>
              <a:rPr sz="1400" dirty="0" err="1"/>
              <a:t>category_id</a:t>
            </a:r>
            <a:r>
              <a:rPr sz="1400" dirty="0"/>
              <a:t>)</a:t>
            </a:r>
          </a:p>
          <a:p>
            <a:r>
              <a:rPr sz="1400" dirty="0"/>
              <a:t>);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6928" y="3851189"/>
            <a:ext cx="8595360" cy="1545265"/>
          </a:xfrm>
          <a:prstGeom prst="rect">
            <a:avLst/>
          </a:prstGeom>
          <a:solidFill>
            <a:srgbClr val="272B33"/>
          </a:solidFill>
          <a:ln>
            <a:solidFill>
              <a:srgbClr val="27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r>
              <a:rPr sz="1400" dirty="0"/>
              <a:t>INSERT INTO Orders (</a:t>
            </a:r>
            <a:r>
              <a:rPr sz="1400" dirty="0" err="1"/>
              <a:t>customer_id</a:t>
            </a:r>
            <a:r>
              <a:rPr sz="1400" dirty="0"/>
              <a:t>, </a:t>
            </a:r>
            <a:r>
              <a:rPr sz="1400" dirty="0" err="1"/>
              <a:t>address_id</a:t>
            </a:r>
            <a:r>
              <a:rPr sz="1400" dirty="0"/>
              <a:t>, </a:t>
            </a:r>
            <a:r>
              <a:rPr sz="1400" dirty="0" err="1"/>
              <a:t>order_status</a:t>
            </a:r>
            <a:r>
              <a:rPr sz="1400" dirty="0"/>
              <a:t>)</a:t>
            </a:r>
          </a:p>
          <a:p>
            <a:r>
              <a:rPr sz="1400" dirty="0"/>
              <a:t>VALUES (1, 1, 'Pending');</a:t>
            </a:r>
          </a:p>
          <a:p>
            <a:r>
              <a:rPr sz="1400" dirty="0"/>
              <a:t>UPDATE Orders</a:t>
            </a:r>
          </a:p>
          <a:p>
            <a:r>
              <a:rPr sz="1400" dirty="0"/>
              <a:t>SET </a:t>
            </a:r>
            <a:r>
              <a:rPr sz="1400" dirty="0" err="1"/>
              <a:t>order_status</a:t>
            </a:r>
            <a:r>
              <a:rPr sz="1400" dirty="0"/>
              <a:t> = 'Delivered'</a:t>
            </a:r>
          </a:p>
          <a:p>
            <a:r>
              <a:rPr sz="1400" dirty="0"/>
              <a:t>WHERE </a:t>
            </a:r>
            <a:r>
              <a:rPr sz="1400" dirty="0" err="1"/>
              <a:t>order_id</a:t>
            </a:r>
            <a:r>
              <a:rPr sz="1400" dirty="0"/>
              <a:t> = 1;</a:t>
            </a:r>
          </a:p>
          <a:p>
            <a:r>
              <a:rPr sz="1400" dirty="0"/>
              <a:t>DELETE FROM Orders</a:t>
            </a:r>
          </a:p>
          <a:p>
            <a:r>
              <a:rPr sz="1400" dirty="0"/>
              <a:t>WHERE </a:t>
            </a:r>
            <a:r>
              <a:rPr sz="1400" dirty="0" err="1"/>
              <a:t>order_id</a:t>
            </a:r>
            <a:r>
              <a:rPr sz="1400" dirty="0"/>
              <a:t> = 3;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8987" y="6016646"/>
            <a:ext cx="8595360" cy="1545265"/>
          </a:xfrm>
          <a:prstGeom prst="rect">
            <a:avLst/>
          </a:prstGeom>
          <a:solidFill>
            <a:srgbClr val="272B33"/>
          </a:solidFill>
          <a:ln>
            <a:solidFill>
              <a:srgbClr val="27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r>
              <a:rPr sz="1400" dirty="0"/>
              <a:t>SELECT </a:t>
            </a:r>
            <a:r>
              <a:rPr sz="1400" dirty="0" err="1"/>
              <a:t>first_name</a:t>
            </a:r>
            <a:r>
              <a:rPr sz="1400" dirty="0"/>
              <a:t>, </a:t>
            </a:r>
            <a:r>
              <a:rPr sz="1400" dirty="0" err="1"/>
              <a:t>last_name</a:t>
            </a:r>
            <a:r>
              <a:rPr sz="1400" dirty="0"/>
              <a:t>, email</a:t>
            </a:r>
          </a:p>
          <a:p>
            <a:r>
              <a:rPr sz="1400" dirty="0"/>
              <a:t>FROM Customer;</a:t>
            </a:r>
          </a:p>
          <a:p>
            <a:r>
              <a:rPr sz="1400" dirty="0"/>
              <a:t>SELECT </a:t>
            </a:r>
            <a:r>
              <a:rPr sz="1400" dirty="0" err="1"/>
              <a:t>product_name</a:t>
            </a:r>
            <a:r>
              <a:rPr sz="1400" dirty="0"/>
              <a:t>, price</a:t>
            </a:r>
          </a:p>
          <a:p>
            <a:r>
              <a:rPr sz="1400" dirty="0"/>
              <a:t>FROM Product</a:t>
            </a:r>
          </a:p>
          <a:p>
            <a:r>
              <a:rPr sz="1400" dirty="0"/>
              <a:t>ORDER BY price DESC;</a:t>
            </a:r>
          </a:p>
          <a:p>
            <a:r>
              <a:rPr sz="1400" dirty="0"/>
              <a:t>SELECT COUNT(*) AS </a:t>
            </a:r>
            <a:r>
              <a:rPr sz="1400" dirty="0" err="1"/>
              <a:t>total_orders</a:t>
            </a:r>
            <a:endParaRPr sz="1400" dirty="0"/>
          </a:p>
          <a:p>
            <a:r>
              <a:rPr sz="1400" dirty="0"/>
              <a:t>FROM Orders;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C3AD5-E58A-83AC-51E0-672A123484CF}"/>
              </a:ext>
            </a:extLst>
          </p:cNvPr>
          <p:cNvSpPr txBox="1"/>
          <p:nvPr/>
        </p:nvSpPr>
        <p:spPr>
          <a:xfrm>
            <a:off x="207407" y="1109675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404040"/>
                </a:solidFill>
                <a:latin typeface="Times New Roman"/>
              </a:rPr>
              <a:t>Three categories of SQL operations demonstrated on the database: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7379FA-A654-09C4-EE4A-5718F09B5101}"/>
              </a:ext>
            </a:extLst>
          </p:cNvPr>
          <p:cNvSpPr txBox="1"/>
          <p:nvPr/>
        </p:nvSpPr>
        <p:spPr>
          <a:xfrm>
            <a:off x="207407" y="1395407"/>
            <a:ext cx="50292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943735"/>
                </a:solidFill>
                <a:latin typeface="Times New Roman"/>
              </a:rPr>
              <a:t>DDL — Data Definition Language (defines structure)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518327-11EC-9F7E-C523-273E33BB4451}"/>
              </a:ext>
            </a:extLst>
          </p:cNvPr>
          <p:cNvSpPr txBox="1"/>
          <p:nvPr/>
        </p:nvSpPr>
        <p:spPr>
          <a:xfrm>
            <a:off x="207407" y="3449316"/>
            <a:ext cx="50292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IN" sz="1350" b="1" i="0" dirty="0">
                <a:solidFill>
                  <a:srgbClr val="943735"/>
                </a:solidFill>
                <a:latin typeface="Times New Roman"/>
              </a:rPr>
              <a:t>DML — Data Manipulation Language (modifies data)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ABBB19-6836-CE2A-3D9C-B2C1925E819F}"/>
              </a:ext>
            </a:extLst>
          </p:cNvPr>
          <p:cNvSpPr txBox="1"/>
          <p:nvPr/>
        </p:nvSpPr>
        <p:spPr>
          <a:xfrm>
            <a:off x="207407" y="5587247"/>
            <a:ext cx="50292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IN" sz="1350" b="1" i="0" dirty="0">
                <a:solidFill>
                  <a:srgbClr val="943735"/>
                </a:solidFill>
                <a:latin typeface="Times New Roman"/>
              </a:rPr>
              <a:t>DQL — Data Query Language (retrieves data)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502920" y="1474952"/>
            <a:ext cx="859536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n-US" sz="1400" b="0" i="1" dirty="0">
                <a:solidFill>
                  <a:srgbClr val="404040"/>
                </a:solidFill>
                <a:latin typeface="Times New Roman"/>
              </a:rPr>
              <a:t>CRUD operations, joins, aggregate functions and a view, demonstrated on the schema:</a:t>
            </a:r>
          </a:p>
          <a:p>
            <a:endParaRPr sz="1400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499895"/>
              </p:ext>
            </p:extLst>
          </p:nvPr>
        </p:nvGraphicFramePr>
        <p:xfrm>
          <a:off x="502920" y="1963023"/>
          <a:ext cx="8595359" cy="1773936"/>
        </p:xfrm>
        <a:graphic>
          <a:graphicData uri="http://schemas.openxmlformats.org/drawingml/2006/table">
            <a:tbl>
              <a:tblPr/>
              <a:tblGrid>
                <a:gridCol w="189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3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 dirty="0"/>
                        <a:t>CRUD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SQL statement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Example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Create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INSERT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Add a customer / product / order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Read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SELECT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Retrieve customers, products or orders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Update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/>
                        <a:t>UPDATE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/>
                        <a:t>Change an order status or product stock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Delete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DELETE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/>
                        <a:t>Remove an order record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76147" y="4191000"/>
            <a:ext cx="8595360" cy="2971800"/>
          </a:xfrm>
          <a:prstGeom prst="rect">
            <a:avLst/>
          </a:prstGeom>
          <a:solidFill>
            <a:srgbClr val="272B33"/>
          </a:solidFill>
          <a:ln>
            <a:solidFill>
              <a:srgbClr val="27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-- JOIN: list each customer with their orders</a:t>
            </a: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SELECT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c.first_name</a:t>
            </a:r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,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c.last_name</a:t>
            </a:r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,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o.order_id</a:t>
            </a:r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,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o.order_status</a:t>
            </a:r>
            <a:endParaRPr sz="12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FROM Customer c</a:t>
            </a: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JOIN Orders o ON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c.customer_id</a:t>
            </a:r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 =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o.customer_id</a:t>
            </a:r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;</a:t>
            </a:r>
          </a:p>
          <a:p>
            <a:endParaRPr sz="12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-- AGGREGATE: average product price by category</a:t>
            </a: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SELECT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category_id</a:t>
            </a:r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, AVG(price) AS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avg_price</a:t>
            </a:r>
            <a:endParaRPr sz="12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FROM Product</a:t>
            </a: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GROUP BY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category_id</a:t>
            </a:r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;</a:t>
            </a:r>
          </a:p>
          <a:p>
            <a:endParaRPr sz="12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-- VIEW: delivered orders</a:t>
            </a: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CREATE VIEW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Delivered_Orders</a:t>
            </a:r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 AS</a:t>
            </a: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SELECT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order_id</a:t>
            </a:r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,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customer_id</a:t>
            </a:r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,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order_date</a:t>
            </a:r>
            <a:endParaRPr sz="12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FROM Orders</a:t>
            </a:r>
          </a:p>
          <a:p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WHERE </a:t>
            </a:r>
            <a:r>
              <a:rPr sz="1200" dirty="0" err="1">
                <a:solidFill>
                  <a:schemeClr val="bg2">
                    <a:lumMod val="90000"/>
                  </a:schemeClr>
                </a:solidFill>
              </a:rPr>
              <a:t>order_status</a:t>
            </a:r>
            <a:r>
              <a:rPr sz="1200" dirty="0">
                <a:solidFill>
                  <a:schemeClr val="bg2">
                    <a:lumMod val="90000"/>
                  </a:schemeClr>
                </a:solidFill>
              </a:rPr>
              <a:t> = 'Delivered';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111739"/>
              </p:ext>
            </p:extLst>
          </p:nvPr>
        </p:nvGraphicFramePr>
        <p:xfrm>
          <a:off x="535872" y="1997438"/>
          <a:ext cx="8595359" cy="2871216"/>
        </p:xfrm>
        <a:graphic>
          <a:graphicData uri="http://schemas.openxmlformats.org/drawingml/2006/table">
            <a:tbl>
              <a:tblPr/>
              <a:tblGrid>
                <a:gridCol w="240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8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Rule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/>
                        <a:t>Implementation</a:t>
                      </a:r>
                    </a:p>
                  </a:txBody>
                  <a:tcPr marL="36576" marR="36576" marT="18288" marB="18288" anchor="ctr"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No duplicate IDs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AUTO_INCREMENT primary keys ensure uniqueness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No duplicate emails / categories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UNIQUE constraints on Customer.email and Category.category_name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Valid range checks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CHECK constraints on Product.price and Order_Item.quantity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Referential integrity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/>
                        <a:t>FOREIGN KEY constraints link related records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Non-null required fields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/>
                        <a:t>NOT NULL on mandatory customer, product, order and item fields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No orphan records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FK relationships require matching parent records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/>
                        <a:t>No data redundancy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/>
                        <a:t>Normalization to 3NF; derived totals are computed rather than duplicated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CFB982-4D93-107A-4B88-13ABF4D6B46B}"/>
              </a:ext>
            </a:extLst>
          </p:cNvPr>
          <p:cNvSpPr txBox="1"/>
          <p:nvPr/>
        </p:nvSpPr>
        <p:spPr>
          <a:xfrm>
            <a:off x="462742" y="1478203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404040"/>
                </a:solidFill>
                <a:latin typeface="Times New Roman"/>
              </a:rPr>
              <a:t>Validation rules that keep the data consistent and error-free: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533400" y="1564605"/>
            <a:ext cx="8229600" cy="42770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n-IN" sz="1400" b="1" i="0" dirty="0">
                <a:solidFill>
                  <a:srgbClr val="943735"/>
                </a:solidFill>
                <a:latin typeface="Times New Roman"/>
              </a:rPr>
              <a:t>The project documentation package includes: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Requirement analysis — objectives and problem statement for the E-Commerce Order Management System.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ER diagram — all 8 entities with attributes, keys and relationships (Slide 5).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Relational schema — every table with its primary and foreign keys (Slides 6–7).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DDL scripts — CREATE TABLE statements with NOT NULL, UNIQUE, CHECK, DEFAULT and FOREIGN KEY constraints.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Sample data — INSERT scripts populating Customer, Address, Category, Product, Orders, </a:t>
            </a:r>
            <a:r>
              <a:rPr lang="en-IN" sz="1400" dirty="0" err="1"/>
              <a:t>Order_Item</a:t>
            </a:r>
            <a:r>
              <a:rPr lang="en-IN" sz="1400" dirty="0"/>
              <a:t>, Payment and Delivery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SQL queries — DML, DQL, CRUD operations, joins, aggregate functions and a view.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Screenshots — query outputs captured from the database client (MySQL Workbench / </a:t>
            </a:r>
            <a:r>
              <a:rPr lang="en-IN" sz="1400" dirty="0" err="1"/>
              <a:t>pgAdmin</a:t>
            </a:r>
            <a:r>
              <a:rPr lang="en-IN" sz="1400" dirty="0"/>
              <a:t>).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README — setup instructions and an overview of the repository structure, hosted on GitHub.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609600" y="1325880"/>
            <a:ext cx="8229600" cy="334046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n-US" sz="1400" b="1" i="0" dirty="0">
                <a:solidFill>
                  <a:srgbClr val="943735"/>
                </a:solidFill>
                <a:latin typeface="Times New Roman"/>
              </a:rPr>
              <a:t>Live demonstration flow for the review:</a:t>
            </a:r>
            <a:endParaRPr lang="en-US" sz="1300" b="1" i="0" dirty="0">
              <a:solidFill>
                <a:srgbClr val="943735"/>
              </a:solidFill>
              <a:latin typeface="Times New Roman"/>
            </a:endParaRP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300" dirty="0"/>
              <a:t>Walk through the ER diagram and explain each entity, relationship and cardinality.</a:t>
            </a: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300" dirty="0"/>
              <a:t>Run the DDL scripts to create the e-commerce database and tables.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300" dirty="0"/>
              <a:t>Insert the sample Customer, Product and Orders </a:t>
            </a:r>
            <a:r>
              <a:rPr lang="en-US" sz="1300" dirty="0" err="1"/>
              <a:t>data.Execute</a:t>
            </a:r>
            <a:r>
              <a:rPr lang="en-US" sz="1300" dirty="0"/>
              <a:t> DML statements (INSERT / UPDATE / DELETE) and show the effect.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300" dirty="0"/>
              <a:t>Run DQL queries, joins and aggregate functions and explain the output.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300" dirty="0"/>
              <a:t>Attempt an invalid insert (duplicate email / negative price / zero quantity) to demonstrate constraint enforcement.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300" dirty="0"/>
              <a:t>Explain normalization from 1NF → 3NF and the role of referential integrity.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</a:rPr>
              <a:t>Summarize the normalization steps (1NF → 2NF → 3NF) applied to the schema.</a:t>
            </a:r>
            <a:endParaRPr sz="1300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533400" y="2057400"/>
            <a:ext cx="8229600" cy="3519297"/>
          </a:xfrm>
          <a:prstGeom prst="rect">
            <a:avLst/>
          </a:prstGeom>
          <a:noFill/>
        </p:spPr>
        <p:txBody>
          <a:bodyPr wrap="square" lIns="36576" tIns="27432" rIns="36576" bIns="27432" rtlCol="0">
            <a:spAutoFit/>
          </a:bodyPr>
          <a:lstStyle/>
          <a:p>
            <a:pPr>
              <a:lnSpc>
                <a:spcPct val="150000"/>
              </a:lnSpc>
            </a:pPr>
            <a:endParaRPr lang="en-IN" sz="1300" dirty="0"/>
          </a:p>
          <a:p>
            <a:pPr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400" b="1" i="0" dirty="0">
                <a:solidFill>
                  <a:srgbClr val="943735"/>
                </a:solidFill>
                <a:latin typeface="Times New Roman"/>
              </a:rPr>
              <a:t>Key learnings</a:t>
            </a:r>
          </a:p>
          <a:p>
            <a:pPr>
              <a:lnSpc>
                <a:spcPct val="150000"/>
              </a:lnSpc>
            </a:pPr>
            <a:r>
              <a:rPr sz="1300" dirty="0"/>
              <a:t>• Customer, Address, Category, Product, Orders, </a:t>
            </a:r>
            <a:r>
              <a:rPr sz="1300" dirty="0" err="1"/>
              <a:t>Order_Item</a:t>
            </a:r>
            <a:r>
              <a:rPr sz="1300" dirty="0"/>
              <a:t> and Payment entities were identified with PK/FK relationships.</a:t>
            </a:r>
          </a:p>
          <a:p>
            <a:pPr>
              <a:lnSpc>
                <a:spcPct val="150000"/>
              </a:lnSpc>
            </a:pPr>
            <a:r>
              <a:rPr sz="1300" dirty="0"/>
              <a:t>• Multi-valued and derived attributes are handled through separate relations or computation.</a:t>
            </a:r>
          </a:p>
          <a:p>
            <a:pPr>
              <a:lnSpc>
                <a:spcPct val="150000"/>
              </a:lnSpc>
            </a:pPr>
            <a:r>
              <a:rPr sz="1300" dirty="0"/>
              <a:t>• NOT NULL, UNIQUE, CHECK, DEFAULT and FOREIGN KEY constraints improve data integrity.</a:t>
            </a:r>
          </a:p>
          <a:p>
            <a:pPr>
              <a:lnSpc>
                <a:spcPct val="150000"/>
              </a:lnSpc>
            </a:pPr>
            <a:r>
              <a:rPr sz="1300" dirty="0"/>
              <a:t>• CRUD operations, joins, aggregate functions and views support common order-management reporting.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en-IN" sz="1400" b="1" i="0" dirty="0">
                <a:solidFill>
                  <a:srgbClr val="943735"/>
                </a:solidFill>
                <a:latin typeface="Times New Roman"/>
              </a:rPr>
              <a:t>Future enhancements</a:t>
            </a:r>
          </a:p>
          <a:p>
            <a:pPr>
              <a:lnSpc>
                <a:spcPct val="150000"/>
              </a:lnSpc>
            </a:pPr>
            <a:r>
              <a:rPr sz="1300" dirty="0"/>
              <a:t>• Add inventory and shipment tracking modules.</a:t>
            </a:r>
          </a:p>
          <a:p>
            <a:pPr>
              <a:lnSpc>
                <a:spcPct val="150000"/>
              </a:lnSpc>
            </a:pPr>
            <a:r>
              <a:rPr sz="1300" dirty="0"/>
              <a:t>• Introduce indexing on frequently filtered columns for faster queries.</a:t>
            </a:r>
          </a:p>
          <a:p>
            <a:pPr>
              <a:lnSpc>
                <a:spcPct val="150000"/>
              </a:lnSpc>
            </a:pPr>
            <a:r>
              <a:rPr sz="1300" dirty="0"/>
              <a:t>• Add role-based access control for customers, staff and administrators.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6E3AE4-268B-DE2D-FF38-AA0788BA8EC1}"/>
              </a:ext>
            </a:extLst>
          </p:cNvPr>
          <p:cNvSpPr txBox="1"/>
          <p:nvPr/>
        </p:nvSpPr>
        <p:spPr>
          <a:xfrm>
            <a:off x="454914" y="1507821"/>
            <a:ext cx="8229600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E-Commerce Order </a:t>
            </a:r>
            <a:r>
              <a:rPr lang="en-US" sz="1600" b="1" dirty="0" err="1">
                <a:solidFill>
                  <a:srgbClr val="000000"/>
                </a:solidFill>
                <a:latin typeface="Times New Roman"/>
              </a:rPr>
              <a:t>Manangement</a:t>
            </a: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 System models a real-world online store using a structured relational database.</a:t>
            </a:r>
            <a:endParaRPr lang="en-US" sz="2400" dirty="0"/>
          </a:p>
          <a:p>
            <a:pPr algn="l">
              <a:spcAft>
                <a:spcPts val="140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2707</TotalTime>
  <Words>1767</Words>
  <Application>Microsoft Office PowerPoint</Application>
  <PresentationFormat>Custom</PresentationFormat>
  <Paragraphs>312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bammidimeghana648@outlook.com</cp:lastModifiedBy>
  <cp:revision>50</cp:revision>
  <cp:lastPrinted>2025-10-14T18:21:49Z</cp:lastPrinted>
  <dcterms:created xsi:type="dcterms:W3CDTF">2025-10-10T08:28:06Z</dcterms:created>
  <dcterms:modified xsi:type="dcterms:W3CDTF">2026-09-20T13:41:13Z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